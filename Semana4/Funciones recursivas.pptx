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5143500" cx="9144000"/>
  <p:notesSz cx="6858000" cy="9144000"/>
  <p:embeddedFontLst>
    <p:embeddedFont>
      <p:font typeface="Roboto Slab"/>
      <p:regular r:id="rId17"/>
      <p:bold r:id="rId18"/>
    </p:embeddedFont>
    <p:embeddedFont>
      <p:font typeface="Roboto"/>
      <p:regular r:id="rId19"/>
      <p:bold r:id="rId20"/>
      <p:italic r:id="rId21"/>
      <p:boldItalic r:id="rId22"/>
    </p:embeddedFont>
    <p:embeddedFont>
      <p:font typeface="Encode Sans"/>
      <p:regular r:id="rId23"/>
      <p:bold r:id="rId24"/>
    </p:embeddedFont>
    <p:embeddedFont>
      <p:font typeface="Montserrat"/>
      <p:regular r:id="rId25"/>
      <p:bold r:id="rId26"/>
      <p:italic r:id="rId27"/>
      <p:boldItalic r:id="rId28"/>
    </p:embeddedFont>
    <p:embeddedFont>
      <p:font typeface="Anaheim"/>
      <p:regular r:id="rId29"/>
      <p:bold r:id="rId30"/>
    </p:embeddedFont>
    <p:embeddedFont>
      <p:font typeface="Montserrat Light"/>
      <p:regular r:id="rId31"/>
      <p:bold r:id="rId32"/>
      <p:italic r:id="rId33"/>
      <p:boldItalic r:id="rId34"/>
    </p:embeddedFont>
    <p:embeddedFont>
      <p:font typeface="Encode Sans ExtraBold"/>
      <p:bold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36" roundtripDataSignature="AMtx7mgKnvKpr7ixHD3E9TtYIDaLnzj+v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oboto-bold.fntdata"/><Relationship Id="rId22" Type="http://schemas.openxmlformats.org/officeDocument/2006/relationships/font" Target="fonts/Roboto-boldItalic.fntdata"/><Relationship Id="rId21" Type="http://schemas.openxmlformats.org/officeDocument/2006/relationships/font" Target="fonts/Roboto-italic.fntdata"/><Relationship Id="rId24" Type="http://schemas.openxmlformats.org/officeDocument/2006/relationships/font" Target="fonts/EncodeSans-bold.fntdata"/><Relationship Id="rId23" Type="http://schemas.openxmlformats.org/officeDocument/2006/relationships/font" Target="fonts/EncodeSans-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Montserrat-bold.fntdata"/><Relationship Id="rId25" Type="http://schemas.openxmlformats.org/officeDocument/2006/relationships/font" Target="fonts/Montserrat-regular.fntdata"/><Relationship Id="rId28" Type="http://schemas.openxmlformats.org/officeDocument/2006/relationships/font" Target="fonts/Montserrat-boldItalic.fntdata"/><Relationship Id="rId27" Type="http://schemas.openxmlformats.org/officeDocument/2006/relationships/font" Target="fonts/Montserrat-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Anaheim-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MontserratLight-regular.fntdata"/><Relationship Id="rId30" Type="http://schemas.openxmlformats.org/officeDocument/2006/relationships/font" Target="fonts/Anaheim-bold.fntdata"/><Relationship Id="rId11" Type="http://schemas.openxmlformats.org/officeDocument/2006/relationships/slide" Target="slides/slide6.xml"/><Relationship Id="rId33" Type="http://schemas.openxmlformats.org/officeDocument/2006/relationships/font" Target="fonts/MontserratLight-italic.fntdata"/><Relationship Id="rId10" Type="http://schemas.openxmlformats.org/officeDocument/2006/relationships/slide" Target="slides/slide5.xml"/><Relationship Id="rId32" Type="http://schemas.openxmlformats.org/officeDocument/2006/relationships/font" Target="fonts/MontserratLight-bold.fntdata"/><Relationship Id="rId13" Type="http://schemas.openxmlformats.org/officeDocument/2006/relationships/slide" Target="slides/slide8.xml"/><Relationship Id="rId35" Type="http://schemas.openxmlformats.org/officeDocument/2006/relationships/font" Target="fonts/EncodeSansExtraBold-bold.fntdata"/><Relationship Id="rId12" Type="http://schemas.openxmlformats.org/officeDocument/2006/relationships/slide" Target="slides/slide7.xml"/><Relationship Id="rId34" Type="http://schemas.openxmlformats.org/officeDocument/2006/relationships/font" Target="fonts/MontserratLight-boldItalic.fntdata"/><Relationship Id="rId15" Type="http://schemas.openxmlformats.org/officeDocument/2006/relationships/slide" Target="slides/slide10.xml"/><Relationship Id="rId14" Type="http://schemas.openxmlformats.org/officeDocument/2006/relationships/slide" Target="slides/slide9.xml"/><Relationship Id="rId36" Type="http://customschemas.google.com/relationships/presentationmetadata" Target="metadata"/><Relationship Id="rId17" Type="http://schemas.openxmlformats.org/officeDocument/2006/relationships/font" Target="fonts/RobotoSlab-regular.fntdata"/><Relationship Id="rId16" Type="http://schemas.openxmlformats.org/officeDocument/2006/relationships/slide" Target="slides/slide11.xml"/><Relationship Id="rId19" Type="http://schemas.openxmlformats.org/officeDocument/2006/relationships/font" Target="fonts/Roboto-regular.fntdata"/><Relationship Id="rId18" Type="http://schemas.openxmlformats.org/officeDocument/2006/relationships/font" Target="fonts/RobotoSlab-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 name="Shape 53"/>
        <p:cNvGrpSpPr/>
        <p:nvPr/>
      </p:nvGrpSpPr>
      <p:grpSpPr>
        <a:xfrm>
          <a:off x="0" y="0"/>
          <a:ext cx="0" cy="0"/>
          <a:chOff x="0" y="0"/>
          <a:chExt cx="0" cy="0"/>
        </a:xfrm>
      </p:grpSpPr>
      <p:sp>
        <p:nvSpPr>
          <p:cNvPr id="54" name="Google Shape;54;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5" name="Google Shape;55;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1" name="Google Shape;61;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8" name="Google Shape;68;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6" name="Google Shape;76;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3" name="Google Shape;83;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0" name="Google Shape;90;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7" name="Google Shape;97;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3" name="Google Shape;103;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8" name="Google Shape;108;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5" name="Google Shape;115;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2" name="Google Shape;122;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2" name="Shape 12"/>
        <p:cNvGrpSpPr/>
        <p:nvPr/>
      </p:nvGrpSpPr>
      <p:grpSpPr>
        <a:xfrm>
          <a:off x="0" y="0"/>
          <a:ext cx="0" cy="0"/>
          <a:chOff x="0" y="0"/>
          <a:chExt cx="0" cy="0"/>
        </a:xfrm>
      </p:grpSpPr>
      <p:sp>
        <p:nvSpPr>
          <p:cNvPr id="13" name="Google Shape;13;p13"/>
          <p:cNvSpPr txBox="1"/>
          <p:nvPr>
            <p:ph type="ctrTitle"/>
          </p:nvPr>
        </p:nvSpPr>
        <p:spPr>
          <a:xfrm>
            <a:off x="311700" y="1197075"/>
            <a:ext cx="8520600" cy="17160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5200"/>
              <a:buFont typeface="Montserrat"/>
              <a:buNone/>
              <a:defRPr b="1" sz="5200">
                <a:latin typeface="Montserrat"/>
                <a:ea typeface="Montserrat"/>
                <a:cs typeface="Montserrat"/>
                <a:sym typeface="Montserrat"/>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4" name="Google Shape;14;p13"/>
          <p:cNvSpPr txBox="1"/>
          <p:nvPr>
            <p:ph idx="1" type="subTitle"/>
          </p:nvPr>
        </p:nvSpPr>
        <p:spPr>
          <a:xfrm>
            <a:off x="311700" y="3307413"/>
            <a:ext cx="8520600" cy="7926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2800"/>
              <a:buFont typeface="Montserrat"/>
              <a:buNone/>
              <a:defRPr sz="2800">
                <a:latin typeface="Montserrat"/>
                <a:ea typeface="Montserrat"/>
                <a:cs typeface="Montserrat"/>
                <a:sym typeface="Montserrat"/>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5" name="Google Shape;15;p13"/>
          <p:cNvSpPr txBox="1"/>
          <p:nvPr>
            <p:ph idx="12" type="sldNum"/>
          </p:nvPr>
        </p:nvSpPr>
        <p:spPr>
          <a:xfrm>
            <a:off x="8472458" y="4610203"/>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1pPr>
            <a:lvl2pPr indent="0" lvl="1"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2pPr>
            <a:lvl3pPr indent="0" lvl="2"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3pPr>
            <a:lvl4pPr indent="0" lvl="3"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4pPr>
            <a:lvl5pPr indent="0" lvl="4"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5pPr>
            <a:lvl6pPr indent="0" lvl="5"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6pPr>
            <a:lvl7pPr indent="0" lvl="6"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7pPr>
            <a:lvl8pPr indent="0" lvl="7"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8pPr>
            <a:lvl9pPr indent="0" lvl="8"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14"/>
          <p:cNvSpPr txBox="1"/>
          <p:nvPr>
            <p:ph type="title"/>
          </p:nvPr>
        </p:nvSpPr>
        <p:spPr>
          <a:xfrm>
            <a:off x="311700" y="993350"/>
            <a:ext cx="8520600" cy="9759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2800"/>
              <a:buFont typeface="Montserrat"/>
              <a:buNone/>
              <a:defRPr b="1">
                <a:latin typeface="Montserrat"/>
                <a:ea typeface="Montserrat"/>
                <a:cs typeface="Montserrat"/>
                <a:sym typeface="Montserrat"/>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8" name="Google Shape;18;p14"/>
          <p:cNvSpPr txBox="1"/>
          <p:nvPr>
            <p:ph idx="1" type="body"/>
          </p:nvPr>
        </p:nvSpPr>
        <p:spPr>
          <a:xfrm>
            <a:off x="311700" y="1969350"/>
            <a:ext cx="8520600" cy="26013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Font typeface="Encode Sans"/>
              <a:buChar char="●"/>
              <a:defRPr>
                <a:latin typeface="Encode Sans"/>
                <a:ea typeface="Encode Sans"/>
                <a:cs typeface="Encode Sans"/>
                <a:sym typeface="Encode Sans"/>
              </a:defRPr>
            </a:lvl1pPr>
            <a:lvl2pPr indent="-317500" lvl="1" marL="914400" algn="l">
              <a:lnSpc>
                <a:spcPct val="115000"/>
              </a:lnSpc>
              <a:spcBef>
                <a:spcPts val="0"/>
              </a:spcBef>
              <a:spcAft>
                <a:spcPts val="0"/>
              </a:spcAft>
              <a:buSzPts val="1400"/>
              <a:buFont typeface="Encode Sans"/>
              <a:buChar char="○"/>
              <a:defRPr>
                <a:latin typeface="Encode Sans"/>
                <a:ea typeface="Encode Sans"/>
                <a:cs typeface="Encode Sans"/>
                <a:sym typeface="Encode Sans"/>
              </a:defRPr>
            </a:lvl2pPr>
            <a:lvl3pPr indent="-317500" lvl="2" marL="1371600" algn="l">
              <a:lnSpc>
                <a:spcPct val="115000"/>
              </a:lnSpc>
              <a:spcBef>
                <a:spcPts val="0"/>
              </a:spcBef>
              <a:spcAft>
                <a:spcPts val="0"/>
              </a:spcAft>
              <a:buSzPts val="1400"/>
              <a:buFont typeface="Encode Sans"/>
              <a:buChar char="■"/>
              <a:defRPr>
                <a:latin typeface="Encode Sans"/>
                <a:ea typeface="Encode Sans"/>
                <a:cs typeface="Encode Sans"/>
                <a:sym typeface="Encode Sans"/>
              </a:defRPr>
            </a:lvl3pPr>
            <a:lvl4pPr indent="-317500" lvl="3" marL="1828800" algn="l">
              <a:lnSpc>
                <a:spcPct val="115000"/>
              </a:lnSpc>
              <a:spcBef>
                <a:spcPts val="0"/>
              </a:spcBef>
              <a:spcAft>
                <a:spcPts val="0"/>
              </a:spcAft>
              <a:buSzPts val="1400"/>
              <a:buFont typeface="Encode Sans"/>
              <a:buChar char="●"/>
              <a:defRPr>
                <a:latin typeface="Encode Sans"/>
                <a:ea typeface="Encode Sans"/>
                <a:cs typeface="Encode Sans"/>
                <a:sym typeface="Encode Sans"/>
              </a:defRPr>
            </a:lvl4pPr>
            <a:lvl5pPr indent="-317500" lvl="4" marL="2286000" algn="l">
              <a:lnSpc>
                <a:spcPct val="115000"/>
              </a:lnSpc>
              <a:spcBef>
                <a:spcPts val="0"/>
              </a:spcBef>
              <a:spcAft>
                <a:spcPts val="0"/>
              </a:spcAft>
              <a:buSzPts val="1400"/>
              <a:buFont typeface="Encode Sans"/>
              <a:buChar char="○"/>
              <a:defRPr>
                <a:latin typeface="Encode Sans"/>
                <a:ea typeface="Encode Sans"/>
                <a:cs typeface="Encode Sans"/>
                <a:sym typeface="Encode Sans"/>
              </a:defRPr>
            </a:lvl5pPr>
            <a:lvl6pPr indent="-317500" lvl="5" marL="2743200" algn="l">
              <a:lnSpc>
                <a:spcPct val="115000"/>
              </a:lnSpc>
              <a:spcBef>
                <a:spcPts val="0"/>
              </a:spcBef>
              <a:spcAft>
                <a:spcPts val="0"/>
              </a:spcAft>
              <a:buSzPts val="1400"/>
              <a:buFont typeface="Encode Sans"/>
              <a:buChar char="■"/>
              <a:defRPr>
                <a:latin typeface="Encode Sans"/>
                <a:ea typeface="Encode Sans"/>
                <a:cs typeface="Encode Sans"/>
                <a:sym typeface="Encode Sans"/>
              </a:defRPr>
            </a:lvl6pPr>
            <a:lvl7pPr indent="-317500" lvl="6" marL="3200400" algn="l">
              <a:lnSpc>
                <a:spcPct val="115000"/>
              </a:lnSpc>
              <a:spcBef>
                <a:spcPts val="0"/>
              </a:spcBef>
              <a:spcAft>
                <a:spcPts val="0"/>
              </a:spcAft>
              <a:buSzPts val="1400"/>
              <a:buFont typeface="Encode Sans"/>
              <a:buChar char="●"/>
              <a:defRPr>
                <a:latin typeface="Encode Sans"/>
                <a:ea typeface="Encode Sans"/>
                <a:cs typeface="Encode Sans"/>
                <a:sym typeface="Encode Sans"/>
              </a:defRPr>
            </a:lvl7pPr>
            <a:lvl8pPr indent="-317500" lvl="7" marL="3657600" algn="l">
              <a:lnSpc>
                <a:spcPct val="115000"/>
              </a:lnSpc>
              <a:spcBef>
                <a:spcPts val="0"/>
              </a:spcBef>
              <a:spcAft>
                <a:spcPts val="0"/>
              </a:spcAft>
              <a:buSzPts val="1400"/>
              <a:buFont typeface="Encode Sans"/>
              <a:buChar char="○"/>
              <a:defRPr>
                <a:latin typeface="Encode Sans"/>
                <a:ea typeface="Encode Sans"/>
                <a:cs typeface="Encode Sans"/>
                <a:sym typeface="Encode Sans"/>
              </a:defRPr>
            </a:lvl8pPr>
            <a:lvl9pPr indent="-317500" lvl="8" marL="4114800" algn="l">
              <a:lnSpc>
                <a:spcPct val="115000"/>
              </a:lnSpc>
              <a:spcBef>
                <a:spcPts val="0"/>
              </a:spcBef>
              <a:spcAft>
                <a:spcPts val="0"/>
              </a:spcAft>
              <a:buSzPts val="1400"/>
              <a:buFont typeface="Encode Sans"/>
              <a:buChar char="■"/>
              <a:defRPr>
                <a:latin typeface="Encode Sans"/>
                <a:ea typeface="Encode Sans"/>
                <a:cs typeface="Encode Sans"/>
                <a:sym typeface="Encode Sans"/>
              </a:defRPr>
            </a:lvl9pPr>
          </a:lstStyle>
          <a:p/>
        </p:txBody>
      </p:sp>
      <p:sp>
        <p:nvSpPr>
          <p:cNvPr id="19" name="Google Shape;19;p14"/>
          <p:cNvSpPr txBox="1"/>
          <p:nvPr>
            <p:ph idx="12" type="sldNum"/>
          </p:nvPr>
        </p:nvSpPr>
        <p:spPr>
          <a:xfrm>
            <a:off x="8472458" y="4610203"/>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1pPr>
            <a:lvl2pPr indent="0" lvl="1"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2pPr>
            <a:lvl3pPr indent="0" lvl="2"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3pPr>
            <a:lvl4pPr indent="0" lvl="3"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4pPr>
            <a:lvl5pPr indent="0" lvl="4"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5pPr>
            <a:lvl6pPr indent="0" lvl="5"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6pPr>
            <a:lvl7pPr indent="0" lvl="6"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7pPr>
            <a:lvl8pPr indent="0" lvl="7"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8pPr>
            <a:lvl9pPr indent="0" lvl="8"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0" name="Shape 20"/>
        <p:cNvGrpSpPr/>
        <p:nvPr/>
      </p:nvGrpSpPr>
      <p:grpSpPr>
        <a:xfrm>
          <a:off x="0" y="0"/>
          <a:ext cx="0" cy="0"/>
          <a:chOff x="0" y="0"/>
          <a:chExt cx="0" cy="0"/>
        </a:xfrm>
      </p:grpSpPr>
      <p:sp>
        <p:nvSpPr>
          <p:cNvPr id="21" name="Google Shape;21;p15"/>
          <p:cNvSpPr txBox="1"/>
          <p:nvPr>
            <p:ph type="title"/>
          </p:nvPr>
        </p:nvSpPr>
        <p:spPr>
          <a:xfrm>
            <a:off x="311700" y="1984800"/>
            <a:ext cx="8520600" cy="11739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Font typeface="Montserrat"/>
              <a:buNone/>
              <a:defRPr b="1" sz="3600">
                <a:latin typeface="Montserrat"/>
                <a:ea typeface="Montserrat"/>
                <a:cs typeface="Montserrat"/>
                <a:sym typeface="Montserrat"/>
              </a:defRPr>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22" name="Google Shape;22;p15"/>
          <p:cNvSpPr txBox="1"/>
          <p:nvPr>
            <p:ph idx="12" type="sldNum"/>
          </p:nvPr>
        </p:nvSpPr>
        <p:spPr>
          <a:xfrm>
            <a:off x="8472458" y="4610203"/>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1pPr>
            <a:lvl2pPr indent="0" lvl="1"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2pPr>
            <a:lvl3pPr indent="0" lvl="2"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3pPr>
            <a:lvl4pPr indent="0" lvl="3"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4pPr>
            <a:lvl5pPr indent="0" lvl="4"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5pPr>
            <a:lvl6pPr indent="0" lvl="5"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6pPr>
            <a:lvl7pPr indent="0" lvl="6"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7pPr>
            <a:lvl8pPr indent="0" lvl="7"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8pPr>
            <a:lvl9pPr indent="0" lvl="8"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3" name="Shape 23"/>
        <p:cNvGrpSpPr/>
        <p:nvPr/>
      </p:nvGrpSpPr>
      <p:grpSpPr>
        <a:xfrm>
          <a:off x="0" y="0"/>
          <a:ext cx="0" cy="0"/>
          <a:chOff x="0" y="0"/>
          <a:chExt cx="0" cy="0"/>
        </a:xfrm>
      </p:grpSpPr>
      <p:sp>
        <p:nvSpPr>
          <p:cNvPr id="24" name="Google Shape;24;p16"/>
          <p:cNvSpPr txBox="1"/>
          <p:nvPr>
            <p:ph type="title"/>
          </p:nvPr>
        </p:nvSpPr>
        <p:spPr>
          <a:xfrm>
            <a:off x="311700" y="993350"/>
            <a:ext cx="8520600" cy="9759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2800"/>
              <a:buFont typeface="Montserrat"/>
              <a:buNone/>
              <a:defRPr b="1">
                <a:latin typeface="Montserrat"/>
                <a:ea typeface="Montserrat"/>
                <a:cs typeface="Montserrat"/>
                <a:sym typeface="Montserrat"/>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5" name="Google Shape;25;p16"/>
          <p:cNvSpPr txBox="1"/>
          <p:nvPr>
            <p:ph idx="1" type="body"/>
          </p:nvPr>
        </p:nvSpPr>
        <p:spPr>
          <a:xfrm>
            <a:off x="311700" y="2054300"/>
            <a:ext cx="3999900" cy="26091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Font typeface="Encode Sans"/>
              <a:buChar char="●"/>
              <a:defRPr sz="1400">
                <a:latin typeface="Encode Sans"/>
                <a:ea typeface="Encode Sans"/>
                <a:cs typeface="Encode Sans"/>
                <a:sym typeface="Encode Sans"/>
              </a:defRPr>
            </a:lvl1pPr>
            <a:lvl2pPr indent="-304800" lvl="1" marL="914400" algn="l">
              <a:lnSpc>
                <a:spcPct val="115000"/>
              </a:lnSpc>
              <a:spcBef>
                <a:spcPts val="0"/>
              </a:spcBef>
              <a:spcAft>
                <a:spcPts val="0"/>
              </a:spcAft>
              <a:buSzPts val="1200"/>
              <a:buFont typeface="Encode Sans"/>
              <a:buChar char="○"/>
              <a:defRPr sz="1200">
                <a:latin typeface="Encode Sans"/>
                <a:ea typeface="Encode Sans"/>
                <a:cs typeface="Encode Sans"/>
                <a:sym typeface="Encode Sans"/>
              </a:defRPr>
            </a:lvl2pPr>
            <a:lvl3pPr indent="-304800" lvl="2" marL="1371600" algn="l">
              <a:lnSpc>
                <a:spcPct val="115000"/>
              </a:lnSpc>
              <a:spcBef>
                <a:spcPts val="0"/>
              </a:spcBef>
              <a:spcAft>
                <a:spcPts val="0"/>
              </a:spcAft>
              <a:buSzPts val="1200"/>
              <a:buFont typeface="Encode Sans"/>
              <a:buChar char="■"/>
              <a:defRPr sz="1200">
                <a:latin typeface="Encode Sans"/>
                <a:ea typeface="Encode Sans"/>
                <a:cs typeface="Encode Sans"/>
                <a:sym typeface="Encode Sans"/>
              </a:defRPr>
            </a:lvl3pPr>
            <a:lvl4pPr indent="-304800" lvl="3" marL="1828800" algn="l">
              <a:lnSpc>
                <a:spcPct val="115000"/>
              </a:lnSpc>
              <a:spcBef>
                <a:spcPts val="0"/>
              </a:spcBef>
              <a:spcAft>
                <a:spcPts val="0"/>
              </a:spcAft>
              <a:buSzPts val="1200"/>
              <a:buFont typeface="Encode Sans"/>
              <a:buChar char="●"/>
              <a:defRPr sz="1200">
                <a:latin typeface="Encode Sans"/>
                <a:ea typeface="Encode Sans"/>
                <a:cs typeface="Encode Sans"/>
                <a:sym typeface="Encode Sans"/>
              </a:defRPr>
            </a:lvl4pPr>
            <a:lvl5pPr indent="-304800" lvl="4" marL="2286000" algn="l">
              <a:lnSpc>
                <a:spcPct val="115000"/>
              </a:lnSpc>
              <a:spcBef>
                <a:spcPts val="0"/>
              </a:spcBef>
              <a:spcAft>
                <a:spcPts val="0"/>
              </a:spcAft>
              <a:buSzPts val="1200"/>
              <a:buFont typeface="Encode Sans"/>
              <a:buChar char="○"/>
              <a:defRPr sz="1200">
                <a:latin typeface="Encode Sans"/>
                <a:ea typeface="Encode Sans"/>
                <a:cs typeface="Encode Sans"/>
                <a:sym typeface="Encode Sans"/>
              </a:defRPr>
            </a:lvl5pPr>
            <a:lvl6pPr indent="-304800" lvl="5" marL="2743200" algn="l">
              <a:lnSpc>
                <a:spcPct val="115000"/>
              </a:lnSpc>
              <a:spcBef>
                <a:spcPts val="0"/>
              </a:spcBef>
              <a:spcAft>
                <a:spcPts val="0"/>
              </a:spcAft>
              <a:buSzPts val="1200"/>
              <a:buFont typeface="Encode Sans"/>
              <a:buChar char="■"/>
              <a:defRPr sz="1200">
                <a:latin typeface="Encode Sans"/>
                <a:ea typeface="Encode Sans"/>
                <a:cs typeface="Encode Sans"/>
                <a:sym typeface="Encode Sans"/>
              </a:defRPr>
            </a:lvl6pPr>
            <a:lvl7pPr indent="-304800" lvl="6" marL="3200400" algn="l">
              <a:lnSpc>
                <a:spcPct val="115000"/>
              </a:lnSpc>
              <a:spcBef>
                <a:spcPts val="0"/>
              </a:spcBef>
              <a:spcAft>
                <a:spcPts val="0"/>
              </a:spcAft>
              <a:buSzPts val="1200"/>
              <a:buFont typeface="Encode Sans"/>
              <a:buChar char="●"/>
              <a:defRPr sz="1200">
                <a:latin typeface="Encode Sans"/>
                <a:ea typeface="Encode Sans"/>
                <a:cs typeface="Encode Sans"/>
                <a:sym typeface="Encode Sans"/>
              </a:defRPr>
            </a:lvl7pPr>
            <a:lvl8pPr indent="-304800" lvl="7" marL="3657600" algn="l">
              <a:lnSpc>
                <a:spcPct val="115000"/>
              </a:lnSpc>
              <a:spcBef>
                <a:spcPts val="0"/>
              </a:spcBef>
              <a:spcAft>
                <a:spcPts val="0"/>
              </a:spcAft>
              <a:buSzPts val="1200"/>
              <a:buFont typeface="Encode Sans"/>
              <a:buChar char="○"/>
              <a:defRPr sz="1200">
                <a:latin typeface="Encode Sans"/>
                <a:ea typeface="Encode Sans"/>
                <a:cs typeface="Encode Sans"/>
                <a:sym typeface="Encode Sans"/>
              </a:defRPr>
            </a:lvl8pPr>
            <a:lvl9pPr indent="-304800" lvl="8" marL="4114800" algn="l">
              <a:lnSpc>
                <a:spcPct val="115000"/>
              </a:lnSpc>
              <a:spcBef>
                <a:spcPts val="0"/>
              </a:spcBef>
              <a:spcAft>
                <a:spcPts val="0"/>
              </a:spcAft>
              <a:buSzPts val="1200"/>
              <a:buFont typeface="Encode Sans"/>
              <a:buChar char="■"/>
              <a:defRPr sz="1200">
                <a:latin typeface="Encode Sans"/>
                <a:ea typeface="Encode Sans"/>
                <a:cs typeface="Encode Sans"/>
                <a:sym typeface="Encode Sans"/>
              </a:defRPr>
            </a:lvl9pPr>
          </a:lstStyle>
          <a:p/>
        </p:txBody>
      </p:sp>
      <p:sp>
        <p:nvSpPr>
          <p:cNvPr id="26" name="Google Shape;26;p16"/>
          <p:cNvSpPr txBox="1"/>
          <p:nvPr>
            <p:ph idx="2" type="body"/>
          </p:nvPr>
        </p:nvSpPr>
        <p:spPr>
          <a:xfrm>
            <a:off x="4832400" y="2054150"/>
            <a:ext cx="3999900" cy="26091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Font typeface="Encode Sans"/>
              <a:buChar char="●"/>
              <a:defRPr sz="1400">
                <a:latin typeface="Encode Sans"/>
                <a:ea typeface="Encode Sans"/>
                <a:cs typeface="Encode Sans"/>
                <a:sym typeface="Encode Sans"/>
              </a:defRPr>
            </a:lvl1pPr>
            <a:lvl2pPr indent="-304800" lvl="1" marL="914400" algn="l">
              <a:lnSpc>
                <a:spcPct val="115000"/>
              </a:lnSpc>
              <a:spcBef>
                <a:spcPts val="0"/>
              </a:spcBef>
              <a:spcAft>
                <a:spcPts val="0"/>
              </a:spcAft>
              <a:buSzPts val="1200"/>
              <a:buFont typeface="Encode Sans"/>
              <a:buChar char="○"/>
              <a:defRPr sz="1200">
                <a:latin typeface="Encode Sans"/>
                <a:ea typeface="Encode Sans"/>
                <a:cs typeface="Encode Sans"/>
                <a:sym typeface="Encode Sans"/>
              </a:defRPr>
            </a:lvl2pPr>
            <a:lvl3pPr indent="-304800" lvl="2" marL="1371600" algn="l">
              <a:lnSpc>
                <a:spcPct val="115000"/>
              </a:lnSpc>
              <a:spcBef>
                <a:spcPts val="0"/>
              </a:spcBef>
              <a:spcAft>
                <a:spcPts val="0"/>
              </a:spcAft>
              <a:buSzPts val="1200"/>
              <a:buFont typeface="Encode Sans"/>
              <a:buChar char="■"/>
              <a:defRPr sz="1200">
                <a:latin typeface="Encode Sans"/>
                <a:ea typeface="Encode Sans"/>
                <a:cs typeface="Encode Sans"/>
                <a:sym typeface="Encode Sans"/>
              </a:defRPr>
            </a:lvl3pPr>
            <a:lvl4pPr indent="-304800" lvl="3" marL="1828800" algn="l">
              <a:lnSpc>
                <a:spcPct val="115000"/>
              </a:lnSpc>
              <a:spcBef>
                <a:spcPts val="0"/>
              </a:spcBef>
              <a:spcAft>
                <a:spcPts val="0"/>
              </a:spcAft>
              <a:buSzPts val="1200"/>
              <a:buFont typeface="Encode Sans"/>
              <a:buChar char="●"/>
              <a:defRPr sz="1200">
                <a:latin typeface="Encode Sans"/>
                <a:ea typeface="Encode Sans"/>
                <a:cs typeface="Encode Sans"/>
                <a:sym typeface="Encode Sans"/>
              </a:defRPr>
            </a:lvl4pPr>
            <a:lvl5pPr indent="-304800" lvl="4" marL="2286000" algn="l">
              <a:lnSpc>
                <a:spcPct val="115000"/>
              </a:lnSpc>
              <a:spcBef>
                <a:spcPts val="0"/>
              </a:spcBef>
              <a:spcAft>
                <a:spcPts val="0"/>
              </a:spcAft>
              <a:buSzPts val="1200"/>
              <a:buFont typeface="Encode Sans"/>
              <a:buChar char="○"/>
              <a:defRPr sz="1200">
                <a:latin typeface="Encode Sans"/>
                <a:ea typeface="Encode Sans"/>
                <a:cs typeface="Encode Sans"/>
                <a:sym typeface="Encode Sans"/>
              </a:defRPr>
            </a:lvl5pPr>
            <a:lvl6pPr indent="-304800" lvl="5" marL="2743200" algn="l">
              <a:lnSpc>
                <a:spcPct val="115000"/>
              </a:lnSpc>
              <a:spcBef>
                <a:spcPts val="0"/>
              </a:spcBef>
              <a:spcAft>
                <a:spcPts val="0"/>
              </a:spcAft>
              <a:buSzPts val="1200"/>
              <a:buFont typeface="Encode Sans"/>
              <a:buChar char="■"/>
              <a:defRPr sz="1200">
                <a:latin typeface="Encode Sans"/>
                <a:ea typeface="Encode Sans"/>
                <a:cs typeface="Encode Sans"/>
                <a:sym typeface="Encode Sans"/>
              </a:defRPr>
            </a:lvl6pPr>
            <a:lvl7pPr indent="-304800" lvl="6" marL="3200400" algn="l">
              <a:lnSpc>
                <a:spcPct val="115000"/>
              </a:lnSpc>
              <a:spcBef>
                <a:spcPts val="0"/>
              </a:spcBef>
              <a:spcAft>
                <a:spcPts val="0"/>
              </a:spcAft>
              <a:buSzPts val="1200"/>
              <a:buFont typeface="Encode Sans"/>
              <a:buChar char="●"/>
              <a:defRPr sz="1200">
                <a:latin typeface="Encode Sans"/>
                <a:ea typeface="Encode Sans"/>
                <a:cs typeface="Encode Sans"/>
                <a:sym typeface="Encode Sans"/>
              </a:defRPr>
            </a:lvl7pPr>
            <a:lvl8pPr indent="-304800" lvl="7" marL="3657600" algn="l">
              <a:lnSpc>
                <a:spcPct val="115000"/>
              </a:lnSpc>
              <a:spcBef>
                <a:spcPts val="0"/>
              </a:spcBef>
              <a:spcAft>
                <a:spcPts val="0"/>
              </a:spcAft>
              <a:buSzPts val="1200"/>
              <a:buFont typeface="Encode Sans"/>
              <a:buChar char="○"/>
              <a:defRPr sz="1200">
                <a:latin typeface="Encode Sans"/>
                <a:ea typeface="Encode Sans"/>
                <a:cs typeface="Encode Sans"/>
                <a:sym typeface="Encode Sans"/>
              </a:defRPr>
            </a:lvl8pPr>
            <a:lvl9pPr indent="-304800" lvl="8" marL="4114800" algn="l">
              <a:lnSpc>
                <a:spcPct val="115000"/>
              </a:lnSpc>
              <a:spcBef>
                <a:spcPts val="0"/>
              </a:spcBef>
              <a:spcAft>
                <a:spcPts val="0"/>
              </a:spcAft>
              <a:buSzPts val="1200"/>
              <a:buFont typeface="Encode Sans"/>
              <a:buChar char="■"/>
              <a:defRPr sz="1200">
                <a:latin typeface="Encode Sans"/>
                <a:ea typeface="Encode Sans"/>
                <a:cs typeface="Encode Sans"/>
                <a:sym typeface="Encode Sans"/>
              </a:defRPr>
            </a:lvl9pPr>
          </a:lstStyle>
          <a:p/>
        </p:txBody>
      </p:sp>
      <p:sp>
        <p:nvSpPr>
          <p:cNvPr id="27" name="Google Shape;27;p16"/>
          <p:cNvSpPr txBox="1"/>
          <p:nvPr>
            <p:ph idx="12" type="sldNum"/>
          </p:nvPr>
        </p:nvSpPr>
        <p:spPr>
          <a:xfrm>
            <a:off x="8472458" y="4610203"/>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1pPr>
            <a:lvl2pPr indent="0" lvl="1"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2pPr>
            <a:lvl3pPr indent="0" lvl="2"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3pPr>
            <a:lvl4pPr indent="0" lvl="3"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4pPr>
            <a:lvl5pPr indent="0" lvl="4"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5pPr>
            <a:lvl6pPr indent="0" lvl="5"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6pPr>
            <a:lvl7pPr indent="0" lvl="6"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7pPr>
            <a:lvl8pPr indent="0" lvl="7"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8pPr>
            <a:lvl9pPr indent="0" lvl="8"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8" name="Shape 28"/>
        <p:cNvGrpSpPr/>
        <p:nvPr/>
      </p:nvGrpSpPr>
      <p:grpSpPr>
        <a:xfrm>
          <a:off x="0" y="0"/>
          <a:ext cx="0" cy="0"/>
          <a:chOff x="0" y="0"/>
          <a:chExt cx="0" cy="0"/>
        </a:xfrm>
      </p:grpSpPr>
      <p:sp>
        <p:nvSpPr>
          <p:cNvPr id="29" name="Google Shape;29;p17"/>
          <p:cNvSpPr txBox="1"/>
          <p:nvPr>
            <p:ph type="title"/>
          </p:nvPr>
        </p:nvSpPr>
        <p:spPr>
          <a:xfrm>
            <a:off x="311700" y="993350"/>
            <a:ext cx="8520600" cy="9759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2800"/>
              <a:buFont typeface="Montserrat"/>
              <a:buNone/>
              <a:defRPr b="1">
                <a:latin typeface="Montserrat"/>
                <a:ea typeface="Montserrat"/>
                <a:cs typeface="Montserrat"/>
                <a:sym typeface="Montserrat"/>
              </a:defRPr>
            </a:lvl1pPr>
            <a:lvl2pPr lvl="1" algn="ctr">
              <a:lnSpc>
                <a:spcPct val="100000"/>
              </a:lnSpc>
              <a:spcBef>
                <a:spcPts val="0"/>
              </a:spcBef>
              <a:spcAft>
                <a:spcPts val="0"/>
              </a:spcAft>
              <a:buSzPts val="2800"/>
              <a:buFont typeface="Montserrat"/>
              <a:buNone/>
              <a:defRPr b="1">
                <a:latin typeface="Montserrat"/>
                <a:ea typeface="Montserrat"/>
                <a:cs typeface="Montserrat"/>
                <a:sym typeface="Montserrat"/>
              </a:defRPr>
            </a:lvl2pPr>
            <a:lvl3pPr lvl="2" algn="ctr">
              <a:lnSpc>
                <a:spcPct val="100000"/>
              </a:lnSpc>
              <a:spcBef>
                <a:spcPts val="0"/>
              </a:spcBef>
              <a:spcAft>
                <a:spcPts val="0"/>
              </a:spcAft>
              <a:buSzPts val="2800"/>
              <a:buFont typeface="Montserrat"/>
              <a:buNone/>
              <a:defRPr b="1">
                <a:latin typeface="Montserrat"/>
                <a:ea typeface="Montserrat"/>
                <a:cs typeface="Montserrat"/>
                <a:sym typeface="Montserrat"/>
              </a:defRPr>
            </a:lvl3pPr>
            <a:lvl4pPr lvl="3" algn="ctr">
              <a:lnSpc>
                <a:spcPct val="100000"/>
              </a:lnSpc>
              <a:spcBef>
                <a:spcPts val="0"/>
              </a:spcBef>
              <a:spcAft>
                <a:spcPts val="0"/>
              </a:spcAft>
              <a:buSzPts val="2800"/>
              <a:buFont typeface="Montserrat"/>
              <a:buNone/>
              <a:defRPr b="1">
                <a:latin typeface="Montserrat"/>
                <a:ea typeface="Montserrat"/>
                <a:cs typeface="Montserrat"/>
                <a:sym typeface="Montserrat"/>
              </a:defRPr>
            </a:lvl4pPr>
            <a:lvl5pPr lvl="4" algn="ctr">
              <a:lnSpc>
                <a:spcPct val="100000"/>
              </a:lnSpc>
              <a:spcBef>
                <a:spcPts val="0"/>
              </a:spcBef>
              <a:spcAft>
                <a:spcPts val="0"/>
              </a:spcAft>
              <a:buSzPts val="2800"/>
              <a:buFont typeface="Montserrat"/>
              <a:buNone/>
              <a:defRPr b="1">
                <a:latin typeface="Montserrat"/>
                <a:ea typeface="Montserrat"/>
                <a:cs typeface="Montserrat"/>
                <a:sym typeface="Montserrat"/>
              </a:defRPr>
            </a:lvl5pPr>
            <a:lvl6pPr lvl="5" algn="ctr">
              <a:lnSpc>
                <a:spcPct val="100000"/>
              </a:lnSpc>
              <a:spcBef>
                <a:spcPts val="0"/>
              </a:spcBef>
              <a:spcAft>
                <a:spcPts val="0"/>
              </a:spcAft>
              <a:buSzPts val="2800"/>
              <a:buFont typeface="Montserrat"/>
              <a:buNone/>
              <a:defRPr b="1">
                <a:latin typeface="Montserrat"/>
                <a:ea typeface="Montserrat"/>
                <a:cs typeface="Montserrat"/>
                <a:sym typeface="Montserrat"/>
              </a:defRPr>
            </a:lvl6pPr>
            <a:lvl7pPr lvl="6" algn="ctr">
              <a:lnSpc>
                <a:spcPct val="100000"/>
              </a:lnSpc>
              <a:spcBef>
                <a:spcPts val="0"/>
              </a:spcBef>
              <a:spcAft>
                <a:spcPts val="0"/>
              </a:spcAft>
              <a:buSzPts val="2800"/>
              <a:buFont typeface="Montserrat"/>
              <a:buNone/>
              <a:defRPr b="1">
                <a:latin typeface="Montserrat"/>
                <a:ea typeface="Montserrat"/>
                <a:cs typeface="Montserrat"/>
                <a:sym typeface="Montserrat"/>
              </a:defRPr>
            </a:lvl7pPr>
            <a:lvl8pPr lvl="7" algn="ctr">
              <a:lnSpc>
                <a:spcPct val="100000"/>
              </a:lnSpc>
              <a:spcBef>
                <a:spcPts val="0"/>
              </a:spcBef>
              <a:spcAft>
                <a:spcPts val="0"/>
              </a:spcAft>
              <a:buSzPts val="2800"/>
              <a:buFont typeface="Montserrat"/>
              <a:buNone/>
              <a:defRPr b="1">
                <a:latin typeface="Montserrat"/>
                <a:ea typeface="Montserrat"/>
                <a:cs typeface="Montserrat"/>
                <a:sym typeface="Montserrat"/>
              </a:defRPr>
            </a:lvl8pPr>
            <a:lvl9pPr lvl="8" algn="ctr">
              <a:lnSpc>
                <a:spcPct val="100000"/>
              </a:lnSpc>
              <a:spcBef>
                <a:spcPts val="0"/>
              </a:spcBef>
              <a:spcAft>
                <a:spcPts val="0"/>
              </a:spcAft>
              <a:buSzPts val="2800"/>
              <a:buFont typeface="Montserrat"/>
              <a:buNone/>
              <a:defRPr b="1">
                <a:latin typeface="Montserrat"/>
                <a:ea typeface="Montserrat"/>
                <a:cs typeface="Montserrat"/>
                <a:sym typeface="Montserrat"/>
              </a:defRPr>
            </a:lvl9pPr>
          </a:lstStyle>
          <a:p/>
        </p:txBody>
      </p:sp>
      <p:sp>
        <p:nvSpPr>
          <p:cNvPr id="30" name="Google Shape;30;p17"/>
          <p:cNvSpPr txBox="1"/>
          <p:nvPr>
            <p:ph idx="12" type="sldNum"/>
          </p:nvPr>
        </p:nvSpPr>
        <p:spPr>
          <a:xfrm>
            <a:off x="8472458" y="4610203"/>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1pPr>
            <a:lvl2pPr indent="0" lvl="1"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2pPr>
            <a:lvl3pPr indent="0" lvl="2"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3pPr>
            <a:lvl4pPr indent="0" lvl="3"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4pPr>
            <a:lvl5pPr indent="0" lvl="4"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5pPr>
            <a:lvl6pPr indent="0" lvl="5"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6pPr>
            <a:lvl7pPr indent="0" lvl="6"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7pPr>
            <a:lvl8pPr indent="0" lvl="7"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8pPr>
            <a:lvl9pPr indent="0" lvl="8"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1" name="Shape 31"/>
        <p:cNvGrpSpPr/>
        <p:nvPr/>
      </p:nvGrpSpPr>
      <p:grpSpPr>
        <a:xfrm>
          <a:off x="0" y="0"/>
          <a:ext cx="0" cy="0"/>
          <a:chOff x="0" y="0"/>
          <a:chExt cx="0" cy="0"/>
        </a:xfrm>
      </p:grpSpPr>
      <p:sp>
        <p:nvSpPr>
          <p:cNvPr id="32" name="Google Shape;32;p18"/>
          <p:cNvSpPr txBox="1"/>
          <p:nvPr>
            <p:ph type="title"/>
          </p:nvPr>
        </p:nvSpPr>
        <p:spPr>
          <a:xfrm>
            <a:off x="311700" y="1042600"/>
            <a:ext cx="2808000" cy="10581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2400"/>
              <a:buFont typeface="Montserrat"/>
              <a:buNone/>
              <a:defRPr b="1" sz="2400">
                <a:latin typeface="Montserrat"/>
                <a:ea typeface="Montserrat"/>
                <a:cs typeface="Montserrat"/>
                <a:sym typeface="Montserrat"/>
              </a:defRPr>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3" name="Google Shape;33;p18"/>
          <p:cNvSpPr txBox="1"/>
          <p:nvPr>
            <p:ph idx="1" type="body"/>
          </p:nvPr>
        </p:nvSpPr>
        <p:spPr>
          <a:xfrm>
            <a:off x="311700" y="1389600"/>
            <a:ext cx="2808000" cy="3182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Font typeface="Encode Sans"/>
              <a:buChar char="●"/>
              <a:defRPr sz="1200">
                <a:latin typeface="Encode Sans"/>
                <a:ea typeface="Encode Sans"/>
                <a:cs typeface="Encode Sans"/>
                <a:sym typeface="Encode Sans"/>
              </a:defRPr>
            </a:lvl1pPr>
            <a:lvl2pPr indent="-304800" lvl="1" marL="914400" algn="l">
              <a:lnSpc>
                <a:spcPct val="115000"/>
              </a:lnSpc>
              <a:spcBef>
                <a:spcPts val="0"/>
              </a:spcBef>
              <a:spcAft>
                <a:spcPts val="0"/>
              </a:spcAft>
              <a:buSzPts val="1200"/>
              <a:buFont typeface="Encode Sans"/>
              <a:buChar char="○"/>
              <a:defRPr sz="1200">
                <a:latin typeface="Encode Sans"/>
                <a:ea typeface="Encode Sans"/>
                <a:cs typeface="Encode Sans"/>
                <a:sym typeface="Encode Sans"/>
              </a:defRPr>
            </a:lvl2pPr>
            <a:lvl3pPr indent="-304800" lvl="2" marL="1371600" algn="l">
              <a:lnSpc>
                <a:spcPct val="115000"/>
              </a:lnSpc>
              <a:spcBef>
                <a:spcPts val="0"/>
              </a:spcBef>
              <a:spcAft>
                <a:spcPts val="0"/>
              </a:spcAft>
              <a:buSzPts val="1200"/>
              <a:buFont typeface="Encode Sans"/>
              <a:buChar char="■"/>
              <a:defRPr sz="1200">
                <a:latin typeface="Encode Sans"/>
                <a:ea typeface="Encode Sans"/>
                <a:cs typeface="Encode Sans"/>
                <a:sym typeface="Encode Sans"/>
              </a:defRPr>
            </a:lvl3pPr>
            <a:lvl4pPr indent="-304800" lvl="3" marL="1828800" algn="l">
              <a:lnSpc>
                <a:spcPct val="115000"/>
              </a:lnSpc>
              <a:spcBef>
                <a:spcPts val="0"/>
              </a:spcBef>
              <a:spcAft>
                <a:spcPts val="0"/>
              </a:spcAft>
              <a:buSzPts val="1200"/>
              <a:buFont typeface="Encode Sans"/>
              <a:buChar char="●"/>
              <a:defRPr sz="1200">
                <a:latin typeface="Encode Sans"/>
                <a:ea typeface="Encode Sans"/>
                <a:cs typeface="Encode Sans"/>
                <a:sym typeface="Encode Sans"/>
              </a:defRPr>
            </a:lvl4pPr>
            <a:lvl5pPr indent="-304800" lvl="4" marL="2286000" algn="l">
              <a:lnSpc>
                <a:spcPct val="115000"/>
              </a:lnSpc>
              <a:spcBef>
                <a:spcPts val="0"/>
              </a:spcBef>
              <a:spcAft>
                <a:spcPts val="0"/>
              </a:spcAft>
              <a:buSzPts val="1200"/>
              <a:buFont typeface="Encode Sans"/>
              <a:buChar char="○"/>
              <a:defRPr sz="1200">
                <a:latin typeface="Encode Sans"/>
                <a:ea typeface="Encode Sans"/>
                <a:cs typeface="Encode Sans"/>
                <a:sym typeface="Encode Sans"/>
              </a:defRPr>
            </a:lvl5pPr>
            <a:lvl6pPr indent="-304800" lvl="5" marL="2743200" algn="l">
              <a:lnSpc>
                <a:spcPct val="115000"/>
              </a:lnSpc>
              <a:spcBef>
                <a:spcPts val="0"/>
              </a:spcBef>
              <a:spcAft>
                <a:spcPts val="0"/>
              </a:spcAft>
              <a:buSzPts val="1200"/>
              <a:buFont typeface="Encode Sans"/>
              <a:buChar char="■"/>
              <a:defRPr sz="1200">
                <a:latin typeface="Encode Sans"/>
                <a:ea typeface="Encode Sans"/>
                <a:cs typeface="Encode Sans"/>
                <a:sym typeface="Encode Sans"/>
              </a:defRPr>
            </a:lvl6pPr>
            <a:lvl7pPr indent="-304800" lvl="6" marL="3200400" algn="l">
              <a:lnSpc>
                <a:spcPct val="115000"/>
              </a:lnSpc>
              <a:spcBef>
                <a:spcPts val="0"/>
              </a:spcBef>
              <a:spcAft>
                <a:spcPts val="0"/>
              </a:spcAft>
              <a:buSzPts val="1200"/>
              <a:buFont typeface="Encode Sans"/>
              <a:buChar char="●"/>
              <a:defRPr sz="1200">
                <a:latin typeface="Encode Sans"/>
                <a:ea typeface="Encode Sans"/>
                <a:cs typeface="Encode Sans"/>
                <a:sym typeface="Encode Sans"/>
              </a:defRPr>
            </a:lvl7pPr>
            <a:lvl8pPr indent="-304800" lvl="7" marL="3657600" algn="l">
              <a:lnSpc>
                <a:spcPct val="115000"/>
              </a:lnSpc>
              <a:spcBef>
                <a:spcPts val="0"/>
              </a:spcBef>
              <a:spcAft>
                <a:spcPts val="0"/>
              </a:spcAft>
              <a:buSzPts val="1200"/>
              <a:buFont typeface="Encode Sans"/>
              <a:buChar char="○"/>
              <a:defRPr sz="1200">
                <a:latin typeface="Encode Sans"/>
                <a:ea typeface="Encode Sans"/>
                <a:cs typeface="Encode Sans"/>
                <a:sym typeface="Encode Sans"/>
              </a:defRPr>
            </a:lvl8pPr>
            <a:lvl9pPr indent="-304800" lvl="8" marL="4114800" algn="l">
              <a:lnSpc>
                <a:spcPct val="115000"/>
              </a:lnSpc>
              <a:spcBef>
                <a:spcPts val="0"/>
              </a:spcBef>
              <a:spcAft>
                <a:spcPts val="0"/>
              </a:spcAft>
              <a:buSzPts val="1200"/>
              <a:buFont typeface="Encode Sans"/>
              <a:buChar char="■"/>
              <a:defRPr sz="1200">
                <a:latin typeface="Encode Sans"/>
                <a:ea typeface="Encode Sans"/>
                <a:cs typeface="Encode Sans"/>
                <a:sym typeface="Encode Sans"/>
              </a:defRPr>
            </a:lvl9pPr>
          </a:lstStyle>
          <a:p/>
        </p:txBody>
      </p:sp>
      <p:sp>
        <p:nvSpPr>
          <p:cNvPr id="34" name="Google Shape;34;p18"/>
          <p:cNvSpPr txBox="1"/>
          <p:nvPr>
            <p:ph idx="12" type="sldNum"/>
          </p:nvPr>
        </p:nvSpPr>
        <p:spPr>
          <a:xfrm>
            <a:off x="8472458" y="4610203"/>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1pPr>
            <a:lvl2pPr indent="0" lvl="1"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2pPr>
            <a:lvl3pPr indent="0" lvl="2"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3pPr>
            <a:lvl4pPr indent="0" lvl="3"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4pPr>
            <a:lvl5pPr indent="0" lvl="4"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5pPr>
            <a:lvl6pPr indent="0" lvl="5"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6pPr>
            <a:lvl7pPr indent="0" lvl="6"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7pPr>
            <a:lvl8pPr indent="0" lvl="7"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8pPr>
            <a:lvl9pPr indent="0" lvl="8"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5" name="Shape 35"/>
        <p:cNvGrpSpPr/>
        <p:nvPr/>
      </p:nvGrpSpPr>
      <p:grpSpPr>
        <a:xfrm>
          <a:off x="0" y="0"/>
          <a:ext cx="0" cy="0"/>
          <a:chOff x="0" y="0"/>
          <a:chExt cx="0" cy="0"/>
        </a:xfrm>
      </p:grpSpPr>
      <p:sp>
        <p:nvSpPr>
          <p:cNvPr id="36" name="Google Shape;36;p19"/>
          <p:cNvSpPr txBox="1"/>
          <p:nvPr>
            <p:ph type="title"/>
          </p:nvPr>
        </p:nvSpPr>
        <p:spPr>
          <a:xfrm>
            <a:off x="490250" y="973100"/>
            <a:ext cx="6367800" cy="3382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Font typeface="Montserrat"/>
              <a:buNone/>
              <a:defRPr b="1" sz="4800">
                <a:latin typeface="Montserrat"/>
                <a:ea typeface="Montserrat"/>
                <a:cs typeface="Montserrat"/>
                <a:sym typeface="Montserrat"/>
              </a:defRPr>
            </a:lvl1pPr>
            <a:lvl2pPr lvl="1" algn="l">
              <a:lnSpc>
                <a:spcPct val="100000"/>
              </a:lnSpc>
              <a:spcBef>
                <a:spcPts val="0"/>
              </a:spcBef>
              <a:spcAft>
                <a:spcPts val="0"/>
              </a:spcAft>
              <a:buSzPts val="4800"/>
              <a:buFont typeface="Montserrat"/>
              <a:buNone/>
              <a:defRPr b="1" sz="4800">
                <a:latin typeface="Montserrat"/>
                <a:ea typeface="Montserrat"/>
                <a:cs typeface="Montserrat"/>
                <a:sym typeface="Montserrat"/>
              </a:defRPr>
            </a:lvl2pPr>
            <a:lvl3pPr lvl="2" algn="l">
              <a:lnSpc>
                <a:spcPct val="100000"/>
              </a:lnSpc>
              <a:spcBef>
                <a:spcPts val="0"/>
              </a:spcBef>
              <a:spcAft>
                <a:spcPts val="0"/>
              </a:spcAft>
              <a:buSzPts val="4800"/>
              <a:buFont typeface="Montserrat"/>
              <a:buNone/>
              <a:defRPr b="1" sz="4800">
                <a:latin typeface="Montserrat"/>
                <a:ea typeface="Montserrat"/>
                <a:cs typeface="Montserrat"/>
                <a:sym typeface="Montserrat"/>
              </a:defRPr>
            </a:lvl3pPr>
            <a:lvl4pPr lvl="3" algn="l">
              <a:lnSpc>
                <a:spcPct val="100000"/>
              </a:lnSpc>
              <a:spcBef>
                <a:spcPts val="0"/>
              </a:spcBef>
              <a:spcAft>
                <a:spcPts val="0"/>
              </a:spcAft>
              <a:buSzPts val="4800"/>
              <a:buFont typeface="Montserrat"/>
              <a:buNone/>
              <a:defRPr b="1" sz="4800">
                <a:latin typeface="Montserrat"/>
                <a:ea typeface="Montserrat"/>
                <a:cs typeface="Montserrat"/>
                <a:sym typeface="Montserrat"/>
              </a:defRPr>
            </a:lvl4pPr>
            <a:lvl5pPr lvl="4" algn="l">
              <a:lnSpc>
                <a:spcPct val="100000"/>
              </a:lnSpc>
              <a:spcBef>
                <a:spcPts val="0"/>
              </a:spcBef>
              <a:spcAft>
                <a:spcPts val="0"/>
              </a:spcAft>
              <a:buSzPts val="4800"/>
              <a:buFont typeface="Montserrat"/>
              <a:buNone/>
              <a:defRPr b="1" sz="4800">
                <a:latin typeface="Montserrat"/>
                <a:ea typeface="Montserrat"/>
                <a:cs typeface="Montserrat"/>
                <a:sym typeface="Montserrat"/>
              </a:defRPr>
            </a:lvl5pPr>
            <a:lvl6pPr lvl="5" algn="l">
              <a:lnSpc>
                <a:spcPct val="100000"/>
              </a:lnSpc>
              <a:spcBef>
                <a:spcPts val="0"/>
              </a:spcBef>
              <a:spcAft>
                <a:spcPts val="0"/>
              </a:spcAft>
              <a:buSzPts val="4800"/>
              <a:buFont typeface="Montserrat"/>
              <a:buNone/>
              <a:defRPr b="1" sz="4800">
                <a:latin typeface="Montserrat"/>
                <a:ea typeface="Montserrat"/>
                <a:cs typeface="Montserrat"/>
                <a:sym typeface="Montserrat"/>
              </a:defRPr>
            </a:lvl6pPr>
            <a:lvl7pPr lvl="6" algn="l">
              <a:lnSpc>
                <a:spcPct val="100000"/>
              </a:lnSpc>
              <a:spcBef>
                <a:spcPts val="0"/>
              </a:spcBef>
              <a:spcAft>
                <a:spcPts val="0"/>
              </a:spcAft>
              <a:buSzPts val="4800"/>
              <a:buFont typeface="Montserrat"/>
              <a:buNone/>
              <a:defRPr b="1" sz="4800">
                <a:latin typeface="Montserrat"/>
                <a:ea typeface="Montserrat"/>
                <a:cs typeface="Montserrat"/>
                <a:sym typeface="Montserrat"/>
              </a:defRPr>
            </a:lvl7pPr>
            <a:lvl8pPr lvl="7" algn="l">
              <a:lnSpc>
                <a:spcPct val="100000"/>
              </a:lnSpc>
              <a:spcBef>
                <a:spcPts val="0"/>
              </a:spcBef>
              <a:spcAft>
                <a:spcPts val="0"/>
              </a:spcAft>
              <a:buSzPts val="4800"/>
              <a:buFont typeface="Montserrat"/>
              <a:buNone/>
              <a:defRPr b="1" sz="4800">
                <a:latin typeface="Montserrat"/>
                <a:ea typeface="Montserrat"/>
                <a:cs typeface="Montserrat"/>
                <a:sym typeface="Montserrat"/>
              </a:defRPr>
            </a:lvl8pPr>
            <a:lvl9pPr lvl="8" algn="l">
              <a:lnSpc>
                <a:spcPct val="100000"/>
              </a:lnSpc>
              <a:spcBef>
                <a:spcPts val="0"/>
              </a:spcBef>
              <a:spcAft>
                <a:spcPts val="0"/>
              </a:spcAft>
              <a:buSzPts val="4800"/>
              <a:buFont typeface="Montserrat"/>
              <a:buNone/>
              <a:defRPr b="1" sz="4800">
                <a:latin typeface="Montserrat"/>
                <a:ea typeface="Montserrat"/>
                <a:cs typeface="Montserrat"/>
                <a:sym typeface="Montserrat"/>
              </a:defRPr>
            </a:lvl9pPr>
          </a:lstStyle>
          <a:p/>
        </p:txBody>
      </p:sp>
      <p:sp>
        <p:nvSpPr>
          <p:cNvPr id="37" name="Google Shape;37;p19"/>
          <p:cNvSpPr txBox="1"/>
          <p:nvPr>
            <p:ph idx="12" type="sldNum"/>
          </p:nvPr>
        </p:nvSpPr>
        <p:spPr>
          <a:xfrm>
            <a:off x="8472458" y="4610203"/>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1pPr>
            <a:lvl2pPr indent="0" lvl="1"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2pPr>
            <a:lvl3pPr indent="0" lvl="2"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3pPr>
            <a:lvl4pPr indent="0" lvl="3"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4pPr>
            <a:lvl5pPr indent="0" lvl="4"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5pPr>
            <a:lvl6pPr indent="0" lvl="5"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6pPr>
            <a:lvl7pPr indent="0" lvl="6"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7pPr>
            <a:lvl8pPr indent="0" lvl="7"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8pPr>
            <a:lvl9pPr indent="0" lvl="8"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8" name="Shape 38"/>
        <p:cNvGrpSpPr/>
        <p:nvPr/>
      </p:nvGrpSpPr>
      <p:grpSpPr>
        <a:xfrm>
          <a:off x="0" y="0"/>
          <a:ext cx="0" cy="0"/>
          <a:chOff x="0" y="0"/>
          <a:chExt cx="0" cy="0"/>
        </a:xfrm>
      </p:grpSpPr>
      <p:sp>
        <p:nvSpPr>
          <p:cNvPr id="39" name="Google Shape;39;p20"/>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 name="Google Shape;40;p20"/>
          <p:cNvSpPr txBox="1"/>
          <p:nvPr>
            <p:ph type="title"/>
          </p:nvPr>
        </p:nvSpPr>
        <p:spPr>
          <a:xfrm>
            <a:off x="265500" y="1073500"/>
            <a:ext cx="4045200" cy="1729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Font typeface="Encode Sans"/>
              <a:buNone/>
              <a:defRPr b="1" sz="4200">
                <a:latin typeface="Encode Sans"/>
                <a:ea typeface="Encode Sans"/>
                <a:cs typeface="Encode Sans"/>
                <a:sym typeface="Encode Sans"/>
              </a:defRPr>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1" name="Google Shape;41;p20"/>
          <p:cNvSpPr txBox="1"/>
          <p:nvPr>
            <p:ph idx="1" type="subTitle"/>
          </p:nvPr>
        </p:nvSpPr>
        <p:spPr>
          <a:xfrm>
            <a:off x="265500" y="2803075"/>
            <a:ext cx="4045200" cy="12351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2100"/>
              <a:buFont typeface="Montserrat"/>
              <a:buNone/>
              <a:defRPr sz="2100">
                <a:latin typeface="Montserrat"/>
                <a:ea typeface="Montserrat"/>
                <a:cs typeface="Montserrat"/>
                <a:sym typeface="Montserrat"/>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2" name="Google Shape;42;p20"/>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Clr>
                <a:schemeClr val="dk1"/>
              </a:buClr>
              <a:buSzPts val="1800"/>
              <a:buFont typeface="Encode Sans"/>
              <a:buChar char="●"/>
              <a:defRPr>
                <a:solidFill>
                  <a:schemeClr val="dk1"/>
                </a:solidFill>
                <a:latin typeface="Encode Sans"/>
                <a:ea typeface="Encode Sans"/>
                <a:cs typeface="Encode Sans"/>
                <a:sym typeface="Encode Sans"/>
              </a:defRPr>
            </a:lvl1pPr>
            <a:lvl2pPr indent="-317500" lvl="1" marL="914400" algn="l">
              <a:lnSpc>
                <a:spcPct val="115000"/>
              </a:lnSpc>
              <a:spcBef>
                <a:spcPts val="0"/>
              </a:spcBef>
              <a:spcAft>
                <a:spcPts val="0"/>
              </a:spcAft>
              <a:buClr>
                <a:schemeClr val="dk1"/>
              </a:buClr>
              <a:buSzPts val="1400"/>
              <a:buFont typeface="Encode Sans"/>
              <a:buChar char="○"/>
              <a:defRPr>
                <a:solidFill>
                  <a:schemeClr val="dk1"/>
                </a:solidFill>
                <a:latin typeface="Encode Sans"/>
                <a:ea typeface="Encode Sans"/>
                <a:cs typeface="Encode Sans"/>
                <a:sym typeface="Encode Sans"/>
              </a:defRPr>
            </a:lvl2pPr>
            <a:lvl3pPr indent="-317500" lvl="2" marL="1371600" algn="l">
              <a:lnSpc>
                <a:spcPct val="115000"/>
              </a:lnSpc>
              <a:spcBef>
                <a:spcPts val="0"/>
              </a:spcBef>
              <a:spcAft>
                <a:spcPts val="0"/>
              </a:spcAft>
              <a:buClr>
                <a:schemeClr val="dk1"/>
              </a:buClr>
              <a:buSzPts val="1400"/>
              <a:buFont typeface="Encode Sans"/>
              <a:buChar char="■"/>
              <a:defRPr>
                <a:solidFill>
                  <a:schemeClr val="dk1"/>
                </a:solidFill>
                <a:latin typeface="Encode Sans"/>
                <a:ea typeface="Encode Sans"/>
                <a:cs typeface="Encode Sans"/>
                <a:sym typeface="Encode Sans"/>
              </a:defRPr>
            </a:lvl3pPr>
            <a:lvl4pPr indent="-317500" lvl="3" marL="1828800" algn="l">
              <a:lnSpc>
                <a:spcPct val="115000"/>
              </a:lnSpc>
              <a:spcBef>
                <a:spcPts val="0"/>
              </a:spcBef>
              <a:spcAft>
                <a:spcPts val="0"/>
              </a:spcAft>
              <a:buClr>
                <a:schemeClr val="dk1"/>
              </a:buClr>
              <a:buSzPts val="1400"/>
              <a:buFont typeface="Encode Sans"/>
              <a:buChar char="●"/>
              <a:defRPr>
                <a:solidFill>
                  <a:schemeClr val="dk1"/>
                </a:solidFill>
                <a:latin typeface="Encode Sans"/>
                <a:ea typeface="Encode Sans"/>
                <a:cs typeface="Encode Sans"/>
                <a:sym typeface="Encode Sans"/>
              </a:defRPr>
            </a:lvl4pPr>
            <a:lvl5pPr indent="-317500" lvl="4" marL="2286000" algn="l">
              <a:lnSpc>
                <a:spcPct val="115000"/>
              </a:lnSpc>
              <a:spcBef>
                <a:spcPts val="0"/>
              </a:spcBef>
              <a:spcAft>
                <a:spcPts val="0"/>
              </a:spcAft>
              <a:buClr>
                <a:schemeClr val="dk1"/>
              </a:buClr>
              <a:buSzPts val="1400"/>
              <a:buFont typeface="Encode Sans"/>
              <a:buChar char="○"/>
              <a:defRPr>
                <a:solidFill>
                  <a:schemeClr val="dk1"/>
                </a:solidFill>
                <a:latin typeface="Encode Sans"/>
                <a:ea typeface="Encode Sans"/>
                <a:cs typeface="Encode Sans"/>
                <a:sym typeface="Encode Sans"/>
              </a:defRPr>
            </a:lvl5pPr>
            <a:lvl6pPr indent="-317500" lvl="5" marL="2743200" algn="l">
              <a:lnSpc>
                <a:spcPct val="115000"/>
              </a:lnSpc>
              <a:spcBef>
                <a:spcPts val="0"/>
              </a:spcBef>
              <a:spcAft>
                <a:spcPts val="0"/>
              </a:spcAft>
              <a:buClr>
                <a:schemeClr val="dk1"/>
              </a:buClr>
              <a:buSzPts val="1400"/>
              <a:buFont typeface="Encode Sans"/>
              <a:buChar char="■"/>
              <a:defRPr>
                <a:solidFill>
                  <a:schemeClr val="dk1"/>
                </a:solidFill>
                <a:latin typeface="Encode Sans"/>
                <a:ea typeface="Encode Sans"/>
                <a:cs typeface="Encode Sans"/>
                <a:sym typeface="Encode Sans"/>
              </a:defRPr>
            </a:lvl6pPr>
            <a:lvl7pPr indent="-317500" lvl="6" marL="3200400" algn="l">
              <a:lnSpc>
                <a:spcPct val="115000"/>
              </a:lnSpc>
              <a:spcBef>
                <a:spcPts val="0"/>
              </a:spcBef>
              <a:spcAft>
                <a:spcPts val="0"/>
              </a:spcAft>
              <a:buClr>
                <a:schemeClr val="dk1"/>
              </a:buClr>
              <a:buSzPts val="1400"/>
              <a:buFont typeface="Encode Sans"/>
              <a:buChar char="●"/>
              <a:defRPr>
                <a:solidFill>
                  <a:schemeClr val="dk1"/>
                </a:solidFill>
                <a:latin typeface="Encode Sans"/>
                <a:ea typeface="Encode Sans"/>
                <a:cs typeface="Encode Sans"/>
                <a:sym typeface="Encode Sans"/>
              </a:defRPr>
            </a:lvl7pPr>
            <a:lvl8pPr indent="-317500" lvl="7" marL="3657600" algn="l">
              <a:lnSpc>
                <a:spcPct val="115000"/>
              </a:lnSpc>
              <a:spcBef>
                <a:spcPts val="0"/>
              </a:spcBef>
              <a:spcAft>
                <a:spcPts val="0"/>
              </a:spcAft>
              <a:buClr>
                <a:schemeClr val="dk1"/>
              </a:buClr>
              <a:buSzPts val="1400"/>
              <a:buFont typeface="Encode Sans"/>
              <a:buChar char="○"/>
              <a:defRPr>
                <a:solidFill>
                  <a:schemeClr val="dk1"/>
                </a:solidFill>
                <a:latin typeface="Encode Sans"/>
                <a:ea typeface="Encode Sans"/>
                <a:cs typeface="Encode Sans"/>
                <a:sym typeface="Encode Sans"/>
              </a:defRPr>
            </a:lvl8pPr>
            <a:lvl9pPr indent="-317500" lvl="8" marL="4114800" algn="l">
              <a:lnSpc>
                <a:spcPct val="115000"/>
              </a:lnSpc>
              <a:spcBef>
                <a:spcPts val="0"/>
              </a:spcBef>
              <a:spcAft>
                <a:spcPts val="0"/>
              </a:spcAft>
              <a:buClr>
                <a:schemeClr val="dk1"/>
              </a:buClr>
              <a:buSzPts val="1400"/>
              <a:buFont typeface="Encode Sans"/>
              <a:buChar char="■"/>
              <a:defRPr>
                <a:solidFill>
                  <a:schemeClr val="dk1"/>
                </a:solidFill>
                <a:latin typeface="Encode Sans"/>
                <a:ea typeface="Encode Sans"/>
                <a:cs typeface="Encode Sans"/>
                <a:sym typeface="Encode Sans"/>
              </a:defRPr>
            </a:lvl9pPr>
          </a:lstStyle>
          <a:p/>
        </p:txBody>
      </p:sp>
      <p:sp>
        <p:nvSpPr>
          <p:cNvPr id="43" name="Google Shape;43;p20"/>
          <p:cNvSpPr txBox="1"/>
          <p:nvPr>
            <p:ph idx="12" type="sldNum"/>
          </p:nvPr>
        </p:nvSpPr>
        <p:spPr>
          <a:xfrm>
            <a:off x="8472458" y="4610203"/>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600"/>
              <a:buFont typeface="Arial"/>
              <a:buNone/>
              <a:defRPr b="1" i="0" sz="1600" u="none" cap="none" strike="noStrike">
                <a:solidFill>
                  <a:schemeClr val="dk1"/>
                </a:solidFill>
                <a:latin typeface="Montserrat"/>
                <a:ea typeface="Montserrat"/>
                <a:cs typeface="Montserrat"/>
                <a:sym typeface="Montserrat"/>
              </a:defRPr>
            </a:lvl1pPr>
            <a:lvl2pPr indent="0" lvl="1" marL="0" marR="0" algn="r">
              <a:lnSpc>
                <a:spcPct val="100000"/>
              </a:lnSpc>
              <a:spcBef>
                <a:spcPts val="0"/>
              </a:spcBef>
              <a:spcAft>
                <a:spcPts val="0"/>
              </a:spcAft>
              <a:buClr>
                <a:srgbClr val="000000"/>
              </a:buClr>
              <a:buSzPts val="1600"/>
              <a:buFont typeface="Arial"/>
              <a:buNone/>
              <a:defRPr b="1" i="0" sz="1600" u="none" cap="none" strike="noStrike">
                <a:solidFill>
                  <a:schemeClr val="dk1"/>
                </a:solidFill>
                <a:latin typeface="Montserrat"/>
                <a:ea typeface="Montserrat"/>
                <a:cs typeface="Montserrat"/>
                <a:sym typeface="Montserrat"/>
              </a:defRPr>
            </a:lvl2pPr>
            <a:lvl3pPr indent="0" lvl="2" marL="0" marR="0" algn="r">
              <a:lnSpc>
                <a:spcPct val="100000"/>
              </a:lnSpc>
              <a:spcBef>
                <a:spcPts val="0"/>
              </a:spcBef>
              <a:spcAft>
                <a:spcPts val="0"/>
              </a:spcAft>
              <a:buClr>
                <a:srgbClr val="000000"/>
              </a:buClr>
              <a:buSzPts val="1600"/>
              <a:buFont typeface="Arial"/>
              <a:buNone/>
              <a:defRPr b="1" i="0" sz="1600" u="none" cap="none" strike="noStrike">
                <a:solidFill>
                  <a:schemeClr val="dk1"/>
                </a:solidFill>
                <a:latin typeface="Montserrat"/>
                <a:ea typeface="Montserrat"/>
                <a:cs typeface="Montserrat"/>
                <a:sym typeface="Montserrat"/>
              </a:defRPr>
            </a:lvl3pPr>
            <a:lvl4pPr indent="0" lvl="3" marL="0" marR="0" algn="r">
              <a:lnSpc>
                <a:spcPct val="100000"/>
              </a:lnSpc>
              <a:spcBef>
                <a:spcPts val="0"/>
              </a:spcBef>
              <a:spcAft>
                <a:spcPts val="0"/>
              </a:spcAft>
              <a:buClr>
                <a:srgbClr val="000000"/>
              </a:buClr>
              <a:buSzPts val="1600"/>
              <a:buFont typeface="Arial"/>
              <a:buNone/>
              <a:defRPr b="1" i="0" sz="1600" u="none" cap="none" strike="noStrike">
                <a:solidFill>
                  <a:schemeClr val="dk1"/>
                </a:solidFill>
                <a:latin typeface="Montserrat"/>
                <a:ea typeface="Montserrat"/>
                <a:cs typeface="Montserrat"/>
                <a:sym typeface="Montserrat"/>
              </a:defRPr>
            </a:lvl4pPr>
            <a:lvl5pPr indent="0" lvl="4" marL="0" marR="0" algn="r">
              <a:lnSpc>
                <a:spcPct val="100000"/>
              </a:lnSpc>
              <a:spcBef>
                <a:spcPts val="0"/>
              </a:spcBef>
              <a:spcAft>
                <a:spcPts val="0"/>
              </a:spcAft>
              <a:buClr>
                <a:srgbClr val="000000"/>
              </a:buClr>
              <a:buSzPts val="1600"/>
              <a:buFont typeface="Arial"/>
              <a:buNone/>
              <a:defRPr b="1" i="0" sz="1600" u="none" cap="none" strike="noStrike">
                <a:solidFill>
                  <a:schemeClr val="dk1"/>
                </a:solidFill>
                <a:latin typeface="Montserrat"/>
                <a:ea typeface="Montserrat"/>
                <a:cs typeface="Montserrat"/>
                <a:sym typeface="Montserrat"/>
              </a:defRPr>
            </a:lvl5pPr>
            <a:lvl6pPr indent="0" lvl="5" marL="0" marR="0" algn="r">
              <a:lnSpc>
                <a:spcPct val="100000"/>
              </a:lnSpc>
              <a:spcBef>
                <a:spcPts val="0"/>
              </a:spcBef>
              <a:spcAft>
                <a:spcPts val="0"/>
              </a:spcAft>
              <a:buClr>
                <a:srgbClr val="000000"/>
              </a:buClr>
              <a:buSzPts val="1600"/>
              <a:buFont typeface="Arial"/>
              <a:buNone/>
              <a:defRPr b="1" i="0" sz="1600" u="none" cap="none" strike="noStrike">
                <a:solidFill>
                  <a:schemeClr val="dk1"/>
                </a:solidFill>
                <a:latin typeface="Montserrat"/>
                <a:ea typeface="Montserrat"/>
                <a:cs typeface="Montserrat"/>
                <a:sym typeface="Montserrat"/>
              </a:defRPr>
            </a:lvl6pPr>
            <a:lvl7pPr indent="0" lvl="6" marL="0" marR="0" algn="r">
              <a:lnSpc>
                <a:spcPct val="100000"/>
              </a:lnSpc>
              <a:spcBef>
                <a:spcPts val="0"/>
              </a:spcBef>
              <a:spcAft>
                <a:spcPts val="0"/>
              </a:spcAft>
              <a:buClr>
                <a:srgbClr val="000000"/>
              </a:buClr>
              <a:buSzPts val="1600"/>
              <a:buFont typeface="Arial"/>
              <a:buNone/>
              <a:defRPr b="1" i="0" sz="1600" u="none" cap="none" strike="noStrike">
                <a:solidFill>
                  <a:schemeClr val="dk1"/>
                </a:solidFill>
                <a:latin typeface="Montserrat"/>
                <a:ea typeface="Montserrat"/>
                <a:cs typeface="Montserrat"/>
                <a:sym typeface="Montserrat"/>
              </a:defRPr>
            </a:lvl7pPr>
            <a:lvl8pPr indent="0" lvl="7" marL="0" marR="0" algn="r">
              <a:lnSpc>
                <a:spcPct val="100000"/>
              </a:lnSpc>
              <a:spcBef>
                <a:spcPts val="0"/>
              </a:spcBef>
              <a:spcAft>
                <a:spcPts val="0"/>
              </a:spcAft>
              <a:buClr>
                <a:srgbClr val="000000"/>
              </a:buClr>
              <a:buSzPts val="1600"/>
              <a:buFont typeface="Arial"/>
              <a:buNone/>
              <a:defRPr b="1" i="0" sz="1600" u="none" cap="none" strike="noStrike">
                <a:solidFill>
                  <a:schemeClr val="dk1"/>
                </a:solidFill>
                <a:latin typeface="Montserrat"/>
                <a:ea typeface="Montserrat"/>
                <a:cs typeface="Montserrat"/>
                <a:sym typeface="Montserrat"/>
              </a:defRPr>
            </a:lvl8pPr>
            <a:lvl9pPr indent="0" lvl="8" marL="0" marR="0" algn="r">
              <a:lnSpc>
                <a:spcPct val="100000"/>
              </a:lnSpc>
              <a:spcBef>
                <a:spcPts val="0"/>
              </a:spcBef>
              <a:spcAft>
                <a:spcPts val="0"/>
              </a:spcAft>
              <a:buClr>
                <a:srgbClr val="000000"/>
              </a:buClr>
              <a:buSzPts val="1600"/>
              <a:buFont typeface="Arial"/>
              <a:buNone/>
              <a:defRPr b="1" i="0" sz="1600" u="none" cap="none" strike="noStrike">
                <a:solidFill>
                  <a:schemeClr val="dk1"/>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4" name="Shape 44"/>
        <p:cNvGrpSpPr/>
        <p:nvPr/>
      </p:nvGrpSpPr>
      <p:grpSpPr>
        <a:xfrm>
          <a:off x="0" y="0"/>
          <a:ext cx="0" cy="0"/>
          <a:chOff x="0" y="0"/>
          <a:chExt cx="0" cy="0"/>
        </a:xfrm>
      </p:grpSpPr>
      <p:sp>
        <p:nvSpPr>
          <p:cNvPr id="45" name="Google Shape;45;p21"/>
          <p:cNvSpPr txBox="1"/>
          <p:nvPr>
            <p:ph idx="1" type="body"/>
          </p:nvPr>
        </p:nvSpPr>
        <p:spPr>
          <a:xfrm>
            <a:off x="49125" y="4179425"/>
            <a:ext cx="5634900" cy="3936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Font typeface="Montserrat"/>
              <a:buNone/>
              <a:defRPr>
                <a:latin typeface="Montserrat"/>
                <a:ea typeface="Montserrat"/>
                <a:cs typeface="Montserrat"/>
                <a:sym typeface="Montserrat"/>
              </a:defRPr>
            </a:lvl1pPr>
          </a:lstStyle>
          <a:p/>
        </p:txBody>
      </p:sp>
      <p:sp>
        <p:nvSpPr>
          <p:cNvPr id="46" name="Google Shape;46;p21"/>
          <p:cNvSpPr txBox="1"/>
          <p:nvPr>
            <p:ph idx="12" type="sldNum"/>
          </p:nvPr>
        </p:nvSpPr>
        <p:spPr>
          <a:xfrm>
            <a:off x="8472458" y="4610203"/>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1pPr>
            <a:lvl2pPr indent="0" lvl="1"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2pPr>
            <a:lvl3pPr indent="0" lvl="2"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3pPr>
            <a:lvl4pPr indent="0" lvl="3"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4pPr>
            <a:lvl5pPr indent="0" lvl="4"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5pPr>
            <a:lvl6pPr indent="0" lvl="5"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6pPr>
            <a:lvl7pPr indent="0" lvl="6"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7pPr>
            <a:lvl8pPr indent="0" lvl="7"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8pPr>
            <a:lvl9pPr indent="0" lvl="8"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7" name="Shape 47"/>
        <p:cNvGrpSpPr/>
        <p:nvPr/>
      </p:nvGrpSpPr>
      <p:grpSpPr>
        <a:xfrm>
          <a:off x="0" y="0"/>
          <a:ext cx="0" cy="0"/>
          <a:chOff x="0" y="0"/>
          <a:chExt cx="0" cy="0"/>
        </a:xfrm>
      </p:grpSpPr>
      <p:sp>
        <p:nvSpPr>
          <p:cNvPr id="48" name="Google Shape;48;p22"/>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Font typeface="Encode Sans ExtraBold"/>
              <a:buNone/>
              <a:defRPr sz="12000">
                <a:latin typeface="Encode Sans ExtraBold"/>
                <a:ea typeface="Encode Sans ExtraBold"/>
                <a:cs typeface="Encode Sans ExtraBold"/>
                <a:sym typeface="Encode Sans ExtraBold"/>
              </a:defRPr>
            </a:lvl1pPr>
            <a:lvl2pPr lvl="1" algn="ctr">
              <a:lnSpc>
                <a:spcPct val="100000"/>
              </a:lnSpc>
              <a:spcBef>
                <a:spcPts val="0"/>
              </a:spcBef>
              <a:spcAft>
                <a:spcPts val="0"/>
              </a:spcAft>
              <a:buSzPts val="12000"/>
              <a:buFont typeface="Encode Sans ExtraBold"/>
              <a:buNone/>
              <a:defRPr sz="12000">
                <a:latin typeface="Encode Sans ExtraBold"/>
                <a:ea typeface="Encode Sans ExtraBold"/>
                <a:cs typeface="Encode Sans ExtraBold"/>
                <a:sym typeface="Encode Sans ExtraBold"/>
              </a:defRPr>
            </a:lvl2pPr>
            <a:lvl3pPr lvl="2" algn="ctr">
              <a:lnSpc>
                <a:spcPct val="100000"/>
              </a:lnSpc>
              <a:spcBef>
                <a:spcPts val="0"/>
              </a:spcBef>
              <a:spcAft>
                <a:spcPts val="0"/>
              </a:spcAft>
              <a:buSzPts val="12000"/>
              <a:buFont typeface="Encode Sans ExtraBold"/>
              <a:buNone/>
              <a:defRPr sz="12000">
                <a:latin typeface="Encode Sans ExtraBold"/>
                <a:ea typeface="Encode Sans ExtraBold"/>
                <a:cs typeface="Encode Sans ExtraBold"/>
                <a:sym typeface="Encode Sans ExtraBold"/>
              </a:defRPr>
            </a:lvl3pPr>
            <a:lvl4pPr lvl="3" algn="ctr">
              <a:lnSpc>
                <a:spcPct val="100000"/>
              </a:lnSpc>
              <a:spcBef>
                <a:spcPts val="0"/>
              </a:spcBef>
              <a:spcAft>
                <a:spcPts val="0"/>
              </a:spcAft>
              <a:buSzPts val="12000"/>
              <a:buFont typeface="Encode Sans ExtraBold"/>
              <a:buNone/>
              <a:defRPr sz="12000">
                <a:latin typeface="Encode Sans ExtraBold"/>
                <a:ea typeface="Encode Sans ExtraBold"/>
                <a:cs typeface="Encode Sans ExtraBold"/>
                <a:sym typeface="Encode Sans ExtraBold"/>
              </a:defRPr>
            </a:lvl4pPr>
            <a:lvl5pPr lvl="4" algn="ctr">
              <a:lnSpc>
                <a:spcPct val="100000"/>
              </a:lnSpc>
              <a:spcBef>
                <a:spcPts val="0"/>
              </a:spcBef>
              <a:spcAft>
                <a:spcPts val="0"/>
              </a:spcAft>
              <a:buSzPts val="12000"/>
              <a:buFont typeface="Encode Sans ExtraBold"/>
              <a:buNone/>
              <a:defRPr sz="12000">
                <a:latin typeface="Encode Sans ExtraBold"/>
                <a:ea typeface="Encode Sans ExtraBold"/>
                <a:cs typeface="Encode Sans ExtraBold"/>
                <a:sym typeface="Encode Sans ExtraBold"/>
              </a:defRPr>
            </a:lvl5pPr>
            <a:lvl6pPr lvl="5" algn="ctr">
              <a:lnSpc>
                <a:spcPct val="100000"/>
              </a:lnSpc>
              <a:spcBef>
                <a:spcPts val="0"/>
              </a:spcBef>
              <a:spcAft>
                <a:spcPts val="0"/>
              </a:spcAft>
              <a:buSzPts val="12000"/>
              <a:buFont typeface="Encode Sans ExtraBold"/>
              <a:buNone/>
              <a:defRPr sz="12000">
                <a:latin typeface="Encode Sans ExtraBold"/>
                <a:ea typeface="Encode Sans ExtraBold"/>
                <a:cs typeface="Encode Sans ExtraBold"/>
                <a:sym typeface="Encode Sans ExtraBold"/>
              </a:defRPr>
            </a:lvl6pPr>
            <a:lvl7pPr lvl="6" algn="ctr">
              <a:lnSpc>
                <a:spcPct val="100000"/>
              </a:lnSpc>
              <a:spcBef>
                <a:spcPts val="0"/>
              </a:spcBef>
              <a:spcAft>
                <a:spcPts val="0"/>
              </a:spcAft>
              <a:buSzPts val="12000"/>
              <a:buFont typeface="Encode Sans ExtraBold"/>
              <a:buNone/>
              <a:defRPr sz="12000">
                <a:latin typeface="Encode Sans ExtraBold"/>
                <a:ea typeface="Encode Sans ExtraBold"/>
                <a:cs typeface="Encode Sans ExtraBold"/>
                <a:sym typeface="Encode Sans ExtraBold"/>
              </a:defRPr>
            </a:lvl7pPr>
            <a:lvl8pPr lvl="7" algn="ctr">
              <a:lnSpc>
                <a:spcPct val="100000"/>
              </a:lnSpc>
              <a:spcBef>
                <a:spcPts val="0"/>
              </a:spcBef>
              <a:spcAft>
                <a:spcPts val="0"/>
              </a:spcAft>
              <a:buSzPts val="12000"/>
              <a:buFont typeface="Encode Sans ExtraBold"/>
              <a:buNone/>
              <a:defRPr sz="12000">
                <a:latin typeface="Encode Sans ExtraBold"/>
                <a:ea typeface="Encode Sans ExtraBold"/>
                <a:cs typeface="Encode Sans ExtraBold"/>
                <a:sym typeface="Encode Sans ExtraBold"/>
              </a:defRPr>
            </a:lvl8pPr>
            <a:lvl9pPr lvl="8" algn="ctr">
              <a:lnSpc>
                <a:spcPct val="100000"/>
              </a:lnSpc>
              <a:spcBef>
                <a:spcPts val="0"/>
              </a:spcBef>
              <a:spcAft>
                <a:spcPts val="0"/>
              </a:spcAft>
              <a:buSzPts val="12000"/>
              <a:buFont typeface="Encode Sans ExtraBold"/>
              <a:buNone/>
              <a:defRPr sz="12000">
                <a:latin typeface="Encode Sans ExtraBold"/>
                <a:ea typeface="Encode Sans ExtraBold"/>
                <a:cs typeface="Encode Sans ExtraBold"/>
                <a:sym typeface="Encode Sans ExtraBold"/>
              </a:defRPr>
            </a:lvl9pPr>
          </a:lstStyle>
          <a:p>
            <a:r>
              <a:t>xx%</a:t>
            </a:r>
          </a:p>
        </p:txBody>
      </p:sp>
      <p:sp>
        <p:nvSpPr>
          <p:cNvPr id="49" name="Google Shape;49;p22"/>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Font typeface="Encode Sans"/>
              <a:buChar char="●"/>
              <a:defRPr>
                <a:latin typeface="Encode Sans"/>
                <a:ea typeface="Encode Sans"/>
                <a:cs typeface="Encode Sans"/>
                <a:sym typeface="Encode Sans"/>
              </a:defRPr>
            </a:lvl1pPr>
            <a:lvl2pPr indent="-317500" lvl="1" marL="914400" algn="ctr">
              <a:lnSpc>
                <a:spcPct val="115000"/>
              </a:lnSpc>
              <a:spcBef>
                <a:spcPts val="0"/>
              </a:spcBef>
              <a:spcAft>
                <a:spcPts val="0"/>
              </a:spcAft>
              <a:buSzPts val="1400"/>
              <a:buFont typeface="Encode Sans"/>
              <a:buChar char="○"/>
              <a:defRPr>
                <a:latin typeface="Encode Sans"/>
                <a:ea typeface="Encode Sans"/>
                <a:cs typeface="Encode Sans"/>
                <a:sym typeface="Encode Sans"/>
              </a:defRPr>
            </a:lvl2pPr>
            <a:lvl3pPr indent="-317500" lvl="2" marL="1371600" algn="ctr">
              <a:lnSpc>
                <a:spcPct val="115000"/>
              </a:lnSpc>
              <a:spcBef>
                <a:spcPts val="0"/>
              </a:spcBef>
              <a:spcAft>
                <a:spcPts val="0"/>
              </a:spcAft>
              <a:buSzPts val="1400"/>
              <a:buFont typeface="Encode Sans"/>
              <a:buChar char="■"/>
              <a:defRPr>
                <a:latin typeface="Encode Sans"/>
                <a:ea typeface="Encode Sans"/>
                <a:cs typeface="Encode Sans"/>
                <a:sym typeface="Encode Sans"/>
              </a:defRPr>
            </a:lvl3pPr>
            <a:lvl4pPr indent="-317500" lvl="3" marL="1828800" algn="ctr">
              <a:lnSpc>
                <a:spcPct val="115000"/>
              </a:lnSpc>
              <a:spcBef>
                <a:spcPts val="0"/>
              </a:spcBef>
              <a:spcAft>
                <a:spcPts val="0"/>
              </a:spcAft>
              <a:buSzPts val="1400"/>
              <a:buFont typeface="Encode Sans"/>
              <a:buChar char="●"/>
              <a:defRPr>
                <a:latin typeface="Encode Sans"/>
                <a:ea typeface="Encode Sans"/>
                <a:cs typeface="Encode Sans"/>
                <a:sym typeface="Encode Sans"/>
              </a:defRPr>
            </a:lvl4pPr>
            <a:lvl5pPr indent="-317500" lvl="4" marL="2286000" algn="ctr">
              <a:lnSpc>
                <a:spcPct val="115000"/>
              </a:lnSpc>
              <a:spcBef>
                <a:spcPts val="0"/>
              </a:spcBef>
              <a:spcAft>
                <a:spcPts val="0"/>
              </a:spcAft>
              <a:buSzPts val="1400"/>
              <a:buFont typeface="Encode Sans"/>
              <a:buChar char="○"/>
              <a:defRPr>
                <a:latin typeface="Encode Sans"/>
                <a:ea typeface="Encode Sans"/>
                <a:cs typeface="Encode Sans"/>
                <a:sym typeface="Encode Sans"/>
              </a:defRPr>
            </a:lvl5pPr>
            <a:lvl6pPr indent="-317500" lvl="5" marL="2743200" algn="ctr">
              <a:lnSpc>
                <a:spcPct val="115000"/>
              </a:lnSpc>
              <a:spcBef>
                <a:spcPts val="0"/>
              </a:spcBef>
              <a:spcAft>
                <a:spcPts val="0"/>
              </a:spcAft>
              <a:buSzPts val="1400"/>
              <a:buFont typeface="Encode Sans"/>
              <a:buChar char="■"/>
              <a:defRPr>
                <a:latin typeface="Encode Sans"/>
                <a:ea typeface="Encode Sans"/>
                <a:cs typeface="Encode Sans"/>
                <a:sym typeface="Encode Sans"/>
              </a:defRPr>
            </a:lvl6pPr>
            <a:lvl7pPr indent="-317500" lvl="6" marL="3200400" algn="ctr">
              <a:lnSpc>
                <a:spcPct val="115000"/>
              </a:lnSpc>
              <a:spcBef>
                <a:spcPts val="0"/>
              </a:spcBef>
              <a:spcAft>
                <a:spcPts val="0"/>
              </a:spcAft>
              <a:buSzPts val="1400"/>
              <a:buFont typeface="Encode Sans"/>
              <a:buChar char="●"/>
              <a:defRPr>
                <a:latin typeface="Encode Sans"/>
                <a:ea typeface="Encode Sans"/>
                <a:cs typeface="Encode Sans"/>
                <a:sym typeface="Encode Sans"/>
              </a:defRPr>
            </a:lvl7pPr>
            <a:lvl8pPr indent="-317500" lvl="7" marL="3657600" algn="ctr">
              <a:lnSpc>
                <a:spcPct val="115000"/>
              </a:lnSpc>
              <a:spcBef>
                <a:spcPts val="0"/>
              </a:spcBef>
              <a:spcAft>
                <a:spcPts val="0"/>
              </a:spcAft>
              <a:buSzPts val="1400"/>
              <a:buFont typeface="Encode Sans"/>
              <a:buChar char="○"/>
              <a:defRPr>
                <a:latin typeface="Encode Sans"/>
                <a:ea typeface="Encode Sans"/>
                <a:cs typeface="Encode Sans"/>
                <a:sym typeface="Encode Sans"/>
              </a:defRPr>
            </a:lvl8pPr>
            <a:lvl9pPr indent="-317500" lvl="8" marL="4114800" algn="ctr">
              <a:lnSpc>
                <a:spcPct val="115000"/>
              </a:lnSpc>
              <a:spcBef>
                <a:spcPts val="0"/>
              </a:spcBef>
              <a:spcAft>
                <a:spcPts val="0"/>
              </a:spcAft>
              <a:buSzPts val="1400"/>
              <a:buFont typeface="Encode Sans"/>
              <a:buChar char="■"/>
              <a:defRPr>
                <a:latin typeface="Encode Sans"/>
                <a:ea typeface="Encode Sans"/>
                <a:cs typeface="Encode Sans"/>
                <a:sym typeface="Encode Sans"/>
              </a:defRPr>
            </a:lvl9pPr>
          </a:lstStyle>
          <a:p/>
        </p:txBody>
      </p:sp>
      <p:sp>
        <p:nvSpPr>
          <p:cNvPr id="50" name="Google Shape;50;p22"/>
          <p:cNvSpPr txBox="1"/>
          <p:nvPr>
            <p:ph idx="12" type="sldNum"/>
          </p:nvPr>
        </p:nvSpPr>
        <p:spPr>
          <a:xfrm>
            <a:off x="8472458" y="4610203"/>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1pPr>
            <a:lvl2pPr indent="0" lvl="1"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2pPr>
            <a:lvl3pPr indent="0" lvl="2"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3pPr>
            <a:lvl4pPr indent="0" lvl="3"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4pPr>
            <a:lvl5pPr indent="0" lvl="4"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5pPr>
            <a:lvl6pPr indent="0" lvl="5"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6pPr>
            <a:lvl7pPr indent="0" lvl="6"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7pPr>
            <a:lvl8pPr indent="0" lvl="7"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8pPr>
            <a:lvl9pPr indent="0" lvl="8"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1" name="Shape 51"/>
        <p:cNvGrpSpPr/>
        <p:nvPr/>
      </p:nvGrpSpPr>
      <p:grpSpPr>
        <a:xfrm>
          <a:off x="0" y="0"/>
          <a:ext cx="0" cy="0"/>
          <a:chOff x="0" y="0"/>
          <a:chExt cx="0" cy="0"/>
        </a:xfrm>
      </p:grpSpPr>
      <p:sp>
        <p:nvSpPr>
          <p:cNvPr id="52" name="Google Shape;52;p23"/>
          <p:cNvSpPr txBox="1"/>
          <p:nvPr>
            <p:ph idx="12" type="sldNum"/>
          </p:nvPr>
        </p:nvSpPr>
        <p:spPr>
          <a:xfrm>
            <a:off x="8472458" y="4610203"/>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1pPr>
            <a:lvl2pPr indent="0" lvl="1"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2pPr>
            <a:lvl3pPr indent="0" lvl="2"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3pPr>
            <a:lvl4pPr indent="0" lvl="3"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4pPr>
            <a:lvl5pPr indent="0" lvl="4"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5pPr>
            <a:lvl6pPr indent="0" lvl="5"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6pPr>
            <a:lvl7pPr indent="0" lvl="6"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7pPr>
            <a:lvl8pPr indent="0" lvl="7"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8pPr>
            <a:lvl9pPr indent="0" lvl="8"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2.xml"/><Relationship Id="rId12" Type="http://schemas.openxmlformats.org/officeDocument/2006/relationships/slideLayout" Target="../slideLayouts/slideLayout11.xml"/><Relationship Id="rId1" Type="http://schemas.openxmlformats.org/officeDocument/2006/relationships/image" Target="../media/image1.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blipFill>
          <a:blip r:embed="rId1">
            <a:alphaModFix/>
          </a:blip>
          <a:stretch>
            <a:fillRect/>
          </a:stretch>
        </a:blipFill>
      </p:bgPr>
    </p:bg>
    <p:spTree>
      <p:nvGrpSpPr>
        <p:cNvPr id="5" name="Shape 5"/>
        <p:cNvGrpSpPr/>
        <p:nvPr/>
      </p:nvGrpSpPr>
      <p:grpSpPr>
        <a:xfrm>
          <a:off x="0" y="0"/>
          <a:ext cx="0" cy="0"/>
          <a:chOff x="0" y="0"/>
          <a:chExt cx="0" cy="0"/>
        </a:xfrm>
      </p:grpSpPr>
      <p:sp>
        <p:nvSpPr>
          <p:cNvPr id="6" name="Google Shape;6;p12"/>
          <p:cNvSpPr txBox="1"/>
          <p:nvPr>
            <p:ph type="title"/>
          </p:nvPr>
        </p:nvSpPr>
        <p:spPr>
          <a:xfrm>
            <a:off x="311700" y="993350"/>
            <a:ext cx="8520600" cy="9759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rgbClr val="FFFFFF"/>
              </a:buClr>
              <a:buSzPts val="2800"/>
              <a:buFont typeface="Montserrat"/>
              <a:buNone/>
              <a:defRPr b="1" i="0" sz="2800" u="none" cap="none" strike="noStrike">
                <a:solidFill>
                  <a:srgbClr val="FFFFFF"/>
                </a:solidFill>
                <a:latin typeface="Montserrat"/>
                <a:ea typeface="Montserrat"/>
                <a:cs typeface="Montserrat"/>
                <a:sym typeface="Montserrat"/>
              </a:defRPr>
            </a:lvl1pPr>
            <a:lvl2pPr lvl="1" marR="0" rtl="0" algn="l">
              <a:lnSpc>
                <a:spcPct val="100000"/>
              </a:lnSpc>
              <a:spcBef>
                <a:spcPts val="0"/>
              </a:spcBef>
              <a:spcAft>
                <a:spcPts val="0"/>
              </a:spcAft>
              <a:buClr>
                <a:schemeClr val="dk1"/>
              </a:buClr>
              <a:buSzPts val="2800"/>
              <a:buFont typeface="Montserrat"/>
              <a:buNone/>
              <a:defRPr b="1" i="0" sz="2800" u="none" cap="none" strike="noStrike">
                <a:solidFill>
                  <a:schemeClr val="dk1"/>
                </a:solidFill>
                <a:latin typeface="Montserrat"/>
                <a:ea typeface="Montserrat"/>
                <a:cs typeface="Montserrat"/>
                <a:sym typeface="Montserrat"/>
              </a:defRPr>
            </a:lvl2pPr>
            <a:lvl3pPr lvl="2" marR="0" rtl="0" algn="l">
              <a:lnSpc>
                <a:spcPct val="100000"/>
              </a:lnSpc>
              <a:spcBef>
                <a:spcPts val="0"/>
              </a:spcBef>
              <a:spcAft>
                <a:spcPts val="0"/>
              </a:spcAft>
              <a:buClr>
                <a:schemeClr val="dk1"/>
              </a:buClr>
              <a:buSzPts val="2800"/>
              <a:buFont typeface="Montserrat"/>
              <a:buNone/>
              <a:defRPr b="1" i="0" sz="2800" u="none" cap="none" strike="noStrike">
                <a:solidFill>
                  <a:schemeClr val="dk1"/>
                </a:solidFill>
                <a:latin typeface="Montserrat"/>
                <a:ea typeface="Montserrat"/>
                <a:cs typeface="Montserrat"/>
                <a:sym typeface="Montserrat"/>
              </a:defRPr>
            </a:lvl3pPr>
            <a:lvl4pPr lvl="3" marR="0" rtl="0" algn="l">
              <a:lnSpc>
                <a:spcPct val="100000"/>
              </a:lnSpc>
              <a:spcBef>
                <a:spcPts val="0"/>
              </a:spcBef>
              <a:spcAft>
                <a:spcPts val="0"/>
              </a:spcAft>
              <a:buClr>
                <a:schemeClr val="dk1"/>
              </a:buClr>
              <a:buSzPts val="2800"/>
              <a:buFont typeface="Montserrat"/>
              <a:buNone/>
              <a:defRPr b="1" i="0" sz="2800" u="none" cap="none" strike="noStrike">
                <a:solidFill>
                  <a:schemeClr val="dk1"/>
                </a:solidFill>
                <a:latin typeface="Montserrat"/>
                <a:ea typeface="Montserrat"/>
                <a:cs typeface="Montserrat"/>
                <a:sym typeface="Montserrat"/>
              </a:defRPr>
            </a:lvl4pPr>
            <a:lvl5pPr lvl="4" marR="0" rtl="0" algn="l">
              <a:lnSpc>
                <a:spcPct val="100000"/>
              </a:lnSpc>
              <a:spcBef>
                <a:spcPts val="0"/>
              </a:spcBef>
              <a:spcAft>
                <a:spcPts val="0"/>
              </a:spcAft>
              <a:buClr>
                <a:schemeClr val="dk1"/>
              </a:buClr>
              <a:buSzPts val="2800"/>
              <a:buFont typeface="Montserrat"/>
              <a:buNone/>
              <a:defRPr b="1" i="0" sz="2800" u="none" cap="none" strike="noStrike">
                <a:solidFill>
                  <a:schemeClr val="dk1"/>
                </a:solidFill>
                <a:latin typeface="Montserrat"/>
                <a:ea typeface="Montserrat"/>
                <a:cs typeface="Montserrat"/>
                <a:sym typeface="Montserrat"/>
              </a:defRPr>
            </a:lvl5pPr>
            <a:lvl6pPr lvl="5" marR="0" rtl="0" algn="l">
              <a:lnSpc>
                <a:spcPct val="100000"/>
              </a:lnSpc>
              <a:spcBef>
                <a:spcPts val="0"/>
              </a:spcBef>
              <a:spcAft>
                <a:spcPts val="0"/>
              </a:spcAft>
              <a:buClr>
                <a:schemeClr val="dk1"/>
              </a:buClr>
              <a:buSzPts val="2800"/>
              <a:buFont typeface="Montserrat"/>
              <a:buNone/>
              <a:defRPr b="1" i="0" sz="2800" u="none" cap="none" strike="noStrike">
                <a:solidFill>
                  <a:schemeClr val="dk1"/>
                </a:solidFill>
                <a:latin typeface="Montserrat"/>
                <a:ea typeface="Montserrat"/>
                <a:cs typeface="Montserrat"/>
                <a:sym typeface="Montserrat"/>
              </a:defRPr>
            </a:lvl6pPr>
            <a:lvl7pPr lvl="6" marR="0" rtl="0" algn="l">
              <a:lnSpc>
                <a:spcPct val="100000"/>
              </a:lnSpc>
              <a:spcBef>
                <a:spcPts val="0"/>
              </a:spcBef>
              <a:spcAft>
                <a:spcPts val="0"/>
              </a:spcAft>
              <a:buClr>
                <a:schemeClr val="dk1"/>
              </a:buClr>
              <a:buSzPts val="2800"/>
              <a:buFont typeface="Montserrat"/>
              <a:buNone/>
              <a:defRPr b="1" i="0" sz="2800" u="none" cap="none" strike="noStrike">
                <a:solidFill>
                  <a:schemeClr val="dk1"/>
                </a:solidFill>
                <a:latin typeface="Montserrat"/>
                <a:ea typeface="Montserrat"/>
                <a:cs typeface="Montserrat"/>
                <a:sym typeface="Montserrat"/>
              </a:defRPr>
            </a:lvl7pPr>
            <a:lvl8pPr lvl="7" marR="0" rtl="0" algn="l">
              <a:lnSpc>
                <a:spcPct val="100000"/>
              </a:lnSpc>
              <a:spcBef>
                <a:spcPts val="0"/>
              </a:spcBef>
              <a:spcAft>
                <a:spcPts val="0"/>
              </a:spcAft>
              <a:buClr>
                <a:schemeClr val="dk1"/>
              </a:buClr>
              <a:buSzPts val="2800"/>
              <a:buFont typeface="Montserrat"/>
              <a:buNone/>
              <a:defRPr b="1" i="0" sz="2800" u="none" cap="none" strike="noStrike">
                <a:solidFill>
                  <a:schemeClr val="dk1"/>
                </a:solidFill>
                <a:latin typeface="Montserrat"/>
                <a:ea typeface="Montserrat"/>
                <a:cs typeface="Montserrat"/>
                <a:sym typeface="Montserrat"/>
              </a:defRPr>
            </a:lvl8pPr>
            <a:lvl9pPr lvl="8" marR="0" rtl="0" algn="l">
              <a:lnSpc>
                <a:spcPct val="100000"/>
              </a:lnSpc>
              <a:spcBef>
                <a:spcPts val="0"/>
              </a:spcBef>
              <a:spcAft>
                <a:spcPts val="0"/>
              </a:spcAft>
              <a:buClr>
                <a:schemeClr val="dk1"/>
              </a:buClr>
              <a:buSzPts val="2800"/>
              <a:buFont typeface="Montserrat"/>
              <a:buNone/>
              <a:defRPr b="1" i="0" sz="2800" u="none" cap="none" strike="noStrike">
                <a:solidFill>
                  <a:schemeClr val="dk1"/>
                </a:solidFill>
                <a:latin typeface="Montserrat"/>
                <a:ea typeface="Montserrat"/>
                <a:cs typeface="Montserrat"/>
                <a:sym typeface="Montserrat"/>
              </a:defRPr>
            </a:lvl9pPr>
          </a:lstStyle>
          <a:p/>
        </p:txBody>
      </p:sp>
      <p:sp>
        <p:nvSpPr>
          <p:cNvPr id="7" name="Google Shape;7;p12"/>
          <p:cNvSpPr txBox="1"/>
          <p:nvPr>
            <p:ph idx="1" type="body"/>
          </p:nvPr>
        </p:nvSpPr>
        <p:spPr>
          <a:xfrm>
            <a:off x="311700" y="1969350"/>
            <a:ext cx="8520600" cy="26013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rgbClr val="FFFFFF"/>
              </a:buClr>
              <a:buSzPts val="1800"/>
              <a:buFont typeface="Encode Sans"/>
              <a:buChar char="●"/>
              <a:defRPr b="0" i="0" sz="1800" u="none" cap="none" strike="noStrike">
                <a:solidFill>
                  <a:srgbClr val="FFFFFF"/>
                </a:solidFill>
                <a:latin typeface="Encode Sans"/>
                <a:ea typeface="Encode Sans"/>
                <a:cs typeface="Encode Sans"/>
                <a:sym typeface="Encode Sans"/>
              </a:defRPr>
            </a:lvl1pPr>
            <a:lvl2pPr indent="-317500" lvl="1" marL="914400" marR="0" rtl="0" algn="l">
              <a:lnSpc>
                <a:spcPct val="115000"/>
              </a:lnSpc>
              <a:spcBef>
                <a:spcPts val="0"/>
              </a:spcBef>
              <a:spcAft>
                <a:spcPts val="0"/>
              </a:spcAft>
              <a:buClr>
                <a:srgbClr val="FFFFFF"/>
              </a:buClr>
              <a:buSzPts val="1400"/>
              <a:buFont typeface="Encode Sans"/>
              <a:buChar char="○"/>
              <a:defRPr b="0" i="0" sz="1400" u="none" cap="none" strike="noStrike">
                <a:solidFill>
                  <a:srgbClr val="FFFFFF"/>
                </a:solidFill>
                <a:latin typeface="Encode Sans"/>
                <a:ea typeface="Encode Sans"/>
                <a:cs typeface="Encode Sans"/>
                <a:sym typeface="Encode Sans"/>
              </a:defRPr>
            </a:lvl2pPr>
            <a:lvl3pPr indent="-317500" lvl="2" marL="1371600" marR="0" rtl="0" algn="l">
              <a:lnSpc>
                <a:spcPct val="115000"/>
              </a:lnSpc>
              <a:spcBef>
                <a:spcPts val="0"/>
              </a:spcBef>
              <a:spcAft>
                <a:spcPts val="0"/>
              </a:spcAft>
              <a:buClr>
                <a:srgbClr val="FFFFFF"/>
              </a:buClr>
              <a:buSzPts val="1400"/>
              <a:buFont typeface="Encode Sans"/>
              <a:buChar char="■"/>
              <a:defRPr b="0" i="0" sz="1400" u="none" cap="none" strike="noStrike">
                <a:solidFill>
                  <a:srgbClr val="FFFFFF"/>
                </a:solidFill>
                <a:latin typeface="Encode Sans"/>
                <a:ea typeface="Encode Sans"/>
                <a:cs typeface="Encode Sans"/>
                <a:sym typeface="Encode Sans"/>
              </a:defRPr>
            </a:lvl3pPr>
            <a:lvl4pPr indent="-317500" lvl="3" marL="1828800" marR="0" rtl="0" algn="l">
              <a:lnSpc>
                <a:spcPct val="115000"/>
              </a:lnSpc>
              <a:spcBef>
                <a:spcPts val="0"/>
              </a:spcBef>
              <a:spcAft>
                <a:spcPts val="0"/>
              </a:spcAft>
              <a:buClr>
                <a:srgbClr val="FFFFFF"/>
              </a:buClr>
              <a:buSzPts val="1400"/>
              <a:buFont typeface="Encode Sans"/>
              <a:buChar char="●"/>
              <a:defRPr b="0" i="0" sz="1400" u="none" cap="none" strike="noStrike">
                <a:solidFill>
                  <a:srgbClr val="FFFFFF"/>
                </a:solidFill>
                <a:latin typeface="Encode Sans"/>
                <a:ea typeface="Encode Sans"/>
                <a:cs typeface="Encode Sans"/>
                <a:sym typeface="Encode Sans"/>
              </a:defRPr>
            </a:lvl4pPr>
            <a:lvl5pPr indent="-317500" lvl="4" marL="2286000" marR="0" rtl="0" algn="l">
              <a:lnSpc>
                <a:spcPct val="115000"/>
              </a:lnSpc>
              <a:spcBef>
                <a:spcPts val="0"/>
              </a:spcBef>
              <a:spcAft>
                <a:spcPts val="0"/>
              </a:spcAft>
              <a:buClr>
                <a:srgbClr val="FFFFFF"/>
              </a:buClr>
              <a:buSzPts val="1400"/>
              <a:buFont typeface="Encode Sans"/>
              <a:buChar char="○"/>
              <a:defRPr b="0" i="0" sz="1400" u="none" cap="none" strike="noStrike">
                <a:solidFill>
                  <a:srgbClr val="FFFFFF"/>
                </a:solidFill>
                <a:latin typeface="Encode Sans"/>
                <a:ea typeface="Encode Sans"/>
                <a:cs typeface="Encode Sans"/>
                <a:sym typeface="Encode Sans"/>
              </a:defRPr>
            </a:lvl5pPr>
            <a:lvl6pPr indent="-317500" lvl="5" marL="2743200" marR="0" rtl="0" algn="l">
              <a:lnSpc>
                <a:spcPct val="115000"/>
              </a:lnSpc>
              <a:spcBef>
                <a:spcPts val="0"/>
              </a:spcBef>
              <a:spcAft>
                <a:spcPts val="0"/>
              </a:spcAft>
              <a:buClr>
                <a:srgbClr val="FFFFFF"/>
              </a:buClr>
              <a:buSzPts val="1400"/>
              <a:buFont typeface="Encode Sans"/>
              <a:buChar char="■"/>
              <a:defRPr b="0" i="0" sz="1400" u="none" cap="none" strike="noStrike">
                <a:solidFill>
                  <a:srgbClr val="FFFFFF"/>
                </a:solidFill>
                <a:latin typeface="Encode Sans"/>
                <a:ea typeface="Encode Sans"/>
                <a:cs typeface="Encode Sans"/>
                <a:sym typeface="Encode Sans"/>
              </a:defRPr>
            </a:lvl6pPr>
            <a:lvl7pPr indent="-317500" lvl="6" marL="3200400" marR="0" rtl="0" algn="l">
              <a:lnSpc>
                <a:spcPct val="115000"/>
              </a:lnSpc>
              <a:spcBef>
                <a:spcPts val="0"/>
              </a:spcBef>
              <a:spcAft>
                <a:spcPts val="0"/>
              </a:spcAft>
              <a:buClr>
                <a:srgbClr val="FFFFFF"/>
              </a:buClr>
              <a:buSzPts val="1400"/>
              <a:buFont typeface="Encode Sans"/>
              <a:buChar char="●"/>
              <a:defRPr b="0" i="0" sz="1400" u="none" cap="none" strike="noStrike">
                <a:solidFill>
                  <a:srgbClr val="FFFFFF"/>
                </a:solidFill>
                <a:latin typeface="Encode Sans"/>
                <a:ea typeface="Encode Sans"/>
                <a:cs typeface="Encode Sans"/>
                <a:sym typeface="Encode Sans"/>
              </a:defRPr>
            </a:lvl7pPr>
            <a:lvl8pPr indent="-317500" lvl="7" marL="3657600" marR="0" rtl="0" algn="l">
              <a:lnSpc>
                <a:spcPct val="115000"/>
              </a:lnSpc>
              <a:spcBef>
                <a:spcPts val="0"/>
              </a:spcBef>
              <a:spcAft>
                <a:spcPts val="0"/>
              </a:spcAft>
              <a:buClr>
                <a:srgbClr val="FFFFFF"/>
              </a:buClr>
              <a:buSzPts val="1400"/>
              <a:buFont typeface="Encode Sans"/>
              <a:buChar char="○"/>
              <a:defRPr b="0" i="0" sz="1400" u="none" cap="none" strike="noStrike">
                <a:solidFill>
                  <a:srgbClr val="FFFFFF"/>
                </a:solidFill>
                <a:latin typeface="Encode Sans"/>
                <a:ea typeface="Encode Sans"/>
                <a:cs typeface="Encode Sans"/>
                <a:sym typeface="Encode Sans"/>
              </a:defRPr>
            </a:lvl8pPr>
            <a:lvl9pPr indent="-317500" lvl="8" marL="4114800" marR="0" rtl="0" algn="l">
              <a:lnSpc>
                <a:spcPct val="115000"/>
              </a:lnSpc>
              <a:spcBef>
                <a:spcPts val="0"/>
              </a:spcBef>
              <a:spcAft>
                <a:spcPts val="0"/>
              </a:spcAft>
              <a:buClr>
                <a:srgbClr val="FFFFFF"/>
              </a:buClr>
              <a:buSzPts val="1400"/>
              <a:buFont typeface="Encode Sans"/>
              <a:buChar char="■"/>
              <a:defRPr b="0" i="0" sz="1400" u="none" cap="none" strike="noStrike">
                <a:solidFill>
                  <a:srgbClr val="FFFFFF"/>
                </a:solidFill>
                <a:latin typeface="Encode Sans"/>
                <a:ea typeface="Encode Sans"/>
                <a:cs typeface="Encode Sans"/>
                <a:sym typeface="Encode Sans"/>
              </a:defRPr>
            </a:lvl9pPr>
          </a:lstStyle>
          <a:p/>
        </p:txBody>
      </p:sp>
      <p:sp>
        <p:nvSpPr>
          <p:cNvPr id="8" name="Google Shape;8;p12"/>
          <p:cNvSpPr txBox="1"/>
          <p:nvPr/>
        </p:nvSpPr>
        <p:spPr>
          <a:xfrm>
            <a:off x="1668175" y="84975"/>
            <a:ext cx="7475700" cy="2781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s-419" sz="1800" u="none" cap="none" strike="noStrike">
                <a:solidFill>
                  <a:srgbClr val="FFFFFF"/>
                </a:solidFill>
                <a:latin typeface="Montserrat Light"/>
                <a:ea typeface="Montserrat Light"/>
                <a:cs typeface="Montserrat Light"/>
                <a:sym typeface="Montserrat Light"/>
              </a:rPr>
              <a:t>Programación I</a:t>
            </a:r>
            <a:endParaRPr b="0" i="0" sz="1800" u="none" cap="none" strike="noStrike">
              <a:solidFill>
                <a:srgbClr val="FFFFFF"/>
              </a:solidFill>
              <a:latin typeface="Montserrat Light"/>
              <a:ea typeface="Montserrat Light"/>
              <a:cs typeface="Montserrat Light"/>
              <a:sym typeface="Montserrat Light"/>
            </a:endParaRPr>
          </a:p>
        </p:txBody>
      </p:sp>
      <p:sp>
        <p:nvSpPr>
          <p:cNvPr id="9" name="Google Shape;9;p12"/>
          <p:cNvSpPr txBox="1"/>
          <p:nvPr/>
        </p:nvSpPr>
        <p:spPr>
          <a:xfrm>
            <a:off x="1668175" y="654446"/>
            <a:ext cx="7475700" cy="2781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b="0" i="0" lang="es-419" sz="1500" u="none" cap="none" strike="noStrike">
                <a:solidFill>
                  <a:srgbClr val="FFFFFF"/>
                </a:solidFill>
                <a:latin typeface="Montserrat Light"/>
                <a:ea typeface="Montserrat Light"/>
                <a:cs typeface="Montserrat Light"/>
                <a:sym typeface="Montserrat Light"/>
              </a:rPr>
              <a:t>Funciones recursivas</a:t>
            </a:r>
            <a:endParaRPr b="0" i="0" sz="1500" u="none" cap="none" strike="noStrike">
              <a:solidFill>
                <a:srgbClr val="FFFFFF"/>
              </a:solidFill>
              <a:latin typeface="Montserrat Light"/>
              <a:ea typeface="Montserrat Light"/>
              <a:cs typeface="Montserrat Light"/>
              <a:sym typeface="Montserrat Light"/>
            </a:endParaRPr>
          </a:p>
        </p:txBody>
      </p:sp>
      <p:sp>
        <p:nvSpPr>
          <p:cNvPr id="10" name="Google Shape;10;p12"/>
          <p:cNvSpPr txBox="1"/>
          <p:nvPr/>
        </p:nvSpPr>
        <p:spPr>
          <a:xfrm>
            <a:off x="1668175" y="370798"/>
            <a:ext cx="7475700" cy="2781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800"/>
              <a:buFont typeface="Arial"/>
              <a:buNone/>
            </a:pPr>
            <a:r>
              <a:rPr b="0" i="0" lang="es-419" sz="800" u="none" cap="none" strike="noStrike">
                <a:solidFill>
                  <a:srgbClr val="FFFFFF"/>
                </a:solidFill>
                <a:latin typeface="Montserrat Light"/>
                <a:ea typeface="Montserrat Light"/>
                <a:cs typeface="Montserrat Light"/>
                <a:sym typeface="Montserrat Light"/>
              </a:rPr>
              <a:t>Scarafilo Germán - Editores: Fernández M - Pavlov Valeriy</a:t>
            </a:r>
            <a:endParaRPr b="0" i="0" sz="800" u="none" cap="none" strike="noStrike">
              <a:solidFill>
                <a:srgbClr val="FFFFFF"/>
              </a:solidFill>
              <a:latin typeface="Montserrat Light"/>
              <a:ea typeface="Montserrat Light"/>
              <a:cs typeface="Montserrat Light"/>
              <a:sym typeface="Montserrat Light"/>
            </a:endParaRPr>
          </a:p>
        </p:txBody>
      </p:sp>
      <p:sp>
        <p:nvSpPr>
          <p:cNvPr id="11" name="Google Shape;11;p12"/>
          <p:cNvSpPr txBox="1"/>
          <p:nvPr>
            <p:ph idx="12" type="sldNum"/>
          </p:nvPr>
        </p:nvSpPr>
        <p:spPr>
          <a:xfrm>
            <a:off x="8472458" y="4610203"/>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1pPr>
            <a:lvl2pPr indent="0" lvl="1" marL="0" marR="0" rtl="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2pPr>
            <a:lvl3pPr indent="0" lvl="2" marL="0" marR="0" rtl="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3pPr>
            <a:lvl4pPr indent="0" lvl="3" marL="0" marR="0" rtl="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4pPr>
            <a:lvl5pPr indent="0" lvl="4" marL="0" marR="0" rtl="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5pPr>
            <a:lvl6pPr indent="0" lvl="5" marL="0" marR="0" rtl="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6pPr>
            <a:lvl7pPr indent="0" lvl="6" marL="0" marR="0" rtl="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7pPr>
            <a:lvl8pPr indent="0" lvl="7" marL="0" marR="0" rtl="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8pPr>
            <a:lvl9pPr indent="0" lvl="8" marL="0" marR="0" rtl="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es-419"/>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transition spd="med">
    <p:fade/>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 name="Shape 56"/>
        <p:cNvGrpSpPr/>
        <p:nvPr/>
      </p:nvGrpSpPr>
      <p:grpSpPr>
        <a:xfrm>
          <a:off x="0" y="0"/>
          <a:ext cx="0" cy="0"/>
          <a:chOff x="0" y="0"/>
          <a:chExt cx="0" cy="0"/>
        </a:xfrm>
      </p:grpSpPr>
      <p:sp>
        <p:nvSpPr>
          <p:cNvPr id="57" name="Google Shape;57;p1"/>
          <p:cNvSpPr txBox="1"/>
          <p:nvPr>
            <p:ph idx="1" type="subTitle"/>
          </p:nvPr>
        </p:nvSpPr>
        <p:spPr>
          <a:xfrm>
            <a:off x="84400" y="1400350"/>
            <a:ext cx="4674000" cy="3053400"/>
          </a:xfrm>
          <a:prstGeom prst="rect">
            <a:avLst/>
          </a:prstGeom>
          <a:noFill/>
          <a:ln>
            <a:noFill/>
          </a:ln>
        </p:spPr>
        <p:txBody>
          <a:bodyPr anchorCtr="0" anchor="ctr" bIns="91425" lIns="91425" spcFirstLastPara="1" rIns="91425" wrap="square" tIns="91425">
            <a:normAutofit/>
          </a:bodyPr>
          <a:lstStyle/>
          <a:p>
            <a:pPr indent="0" lvl="0" marL="0" rtl="0" algn="l">
              <a:lnSpc>
                <a:spcPct val="90000"/>
              </a:lnSpc>
              <a:spcBef>
                <a:spcPts val="0"/>
              </a:spcBef>
              <a:spcAft>
                <a:spcPts val="0"/>
              </a:spcAft>
              <a:buSzPts val="2800"/>
              <a:buNone/>
            </a:pPr>
            <a:r>
              <a:rPr lang="es-419" sz="4800"/>
              <a:t> </a:t>
            </a:r>
            <a:r>
              <a:rPr b="1" lang="es-419" sz="5400"/>
              <a:t>Funciones</a:t>
            </a:r>
            <a:endParaRPr b="1" sz="5400"/>
          </a:p>
          <a:p>
            <a:pPr indent="0" lvl="0" marL="0" rtl="0" algn="l">
              <a:lnSpc>
                <a:spcPct val="90000"/>
              </a:lnSpc>
              <a:spcBef>
                <a:spcPts val="0"/>
              </a:spcBef>
              <a:spcAft>
                <a:spcPts val="0"/>
              </a:spcAft>
              <a:buSzPts val="2800"/>
              <a:buNone/>
            </a:pPr>
            <a:r>
              <a:rPr lang="es-419" sz="4800"/>
              <a:t> </a:t>
            </a:r>
            <a:r>
              <a:rPr b="1" lang="es-419" sz="5400"/>
              <a:t>recursivas</a:t>
            </a:r>
            <a:r>
              <a:rPr lang="es-419" sz="4800"/>
              <a:t>	</a:t>
            </a:r>
            <a:endParaRPr sz="4800"/>
          </a:p>
          <a:p>
            <a:pPr indent="0" lvl="0" marL="0" rtl="0" algn="l">
              <a:lnSpc>
                <a:spcPct val="90000"/>
              </a:lnSpc>
              <a:spcBef>
                <a:spcPts val="0"/>
              </a:spcBef>
              <a:spcAft>
                <a:spcPts val="0"/>
              </a:spcAft>
              <a:buSzPts val="2800"/>
              <a:buNone/>
            </a:pPr>
            <a:r>
              <a:t/>
            </a:r>
            <a:endParaRPr sz="2400"/>
          </a:p>
        </p:txBody>
      </p:sp>
      <p:pic>
        <p:nvPicPr>
          <p:cNvPr id="58" name="Google Shape;58;p1"/>
          <p:cNvPicPr preferRelativeResize="0"/>
          <p:nvPr/>
        </p:nvPicPr>
        <p:blipFill rotWithShape="1">
          <a:blip r:embed="rId3">
            <a:alphaModFix/>
          </a:blip>
          <a:srcRect b="0" l="0" r="0" t="0"/>
          <a:stretch/>
        </p:blipFill>
        <p:spPr>
          <a:xfrm>
            <a:off x="4192125" y="1572447"/>
            <a:ext cx="4803625" cy="22459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2"/>
          <p:cNvSpPr txBox="1"/>
          <p:nvPr>
            <p:ph type="title"/>
          </p:nvPr>
        </p:nvSpPr>
        <p:spPr>
          <a:xfrm>
            <a:off x="311700" y="764750"/>
            <a:ext cx="8520600" cy="975900"/>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2800"/>
              <a:buNone/>
            </a:pPr>
            <a:r>
              <a:rPr lang="es-419"/>
              <a:t>Las muñecas rusas (matrioshkas)</a:t>
            </a:r>
            <a:endParaRPr/>
          </a:p>
        </p:txBody>
      </p:sp>
      <p:sp>
        <p:nvSpPr>
          <p:cNvPr id="64" name="Google Shape;64;p2"/>
          <p:cNvSpPr txBox="1"/>
          <p:nvPr>
            <p:ph idx="1" type="body"/>
          </p:nvPr>
        </p:nvSpPr>
        <p:spPr>
          <a:xfrm>
            <a:off x="311700" y="1816950"/>
            <a:ext cx="4664400" cy="2601300"/>
          </a:xfrm>
          <a:prstGeom prst="rect">
            <a:avLst/>
          </a:prstGeom>
          <a:noFill/>
          <a:ln>
            <a:noFill/>
          </a:ln>
        </p:spPr>
        <p:txBody>
          <a:bodyPr anchorCtr="0" anchor="t" bIns="91425" lIns="91425" spcFirstLastPara="1" rIns="91425" wrap="square" tIns="91425">
            <a:normAutofit lnSpcReduction="20000"/>
          </a:bodyPr>
          <a:lstStyle/>
          <a:p>
            <a:pPr indent="0" lvl="0" marL="0" rtl="0" algn="l">
              <a:lnSpc>
                <a:spcPct val="115000"/>
              </a:lnSpc>
              <a:spcBef>
                <a:spcPts val="0"/>
              </a:spcBef>
              <a:spcAft>
                <a:spcPts val="0"/>
              </a:spcAft>
              <a:buSzPts val="1800"/>
              <a:buNone/>
            </a:pPr>
            <a:r>
              <a:rPr lang="es-419"/>
              <a:t>Las matrioshkas son un conjunto de muñecas que se colocan una dentro de la otra. Cada muñeca se abre para revelar otra más pequeña en su interior, y así sucesivamente, hasta llegar a la más pequeña que no se abre.</a:t>
            </a:r>
            <a:endParaRPr/>
          </a:p>
          <a:p>
            <a:pPr indent="0" lvl="0" marL="0" rtl="0" algn="l">
              <a:lnSpc>
                <a:spcPct val="115000"/>
              </a:lnSpc>
              <a:spcBef>
                <a:spcPts val="1200"/>
              </a:spcBef>
              <a:spcAft>
                <a:spcPts val="1200"/>
              </a:spcAft>
              <a:buSzPts val="1800"/>
              <a:buNone/>
            </a:pPr>
            <a:r>
              <a:rPr lang="es-419"/>
              <a:t>A partir de esta analogía, podemos analizar el concepto de </a:t>
            </a:r>
            <a:r>
              <a:rPr b="1" lang="es-419"/>
              <a:t>recursividad</a:t>
            </a:r>
            <a:r>
              <a:rPr lang="es-419"/>
              <a:t>.</a:t>
            </a:r>
            <a:endParaRPr/>
          </a:p>
        </p:txBody>
      </p:sp>
      <p:pic>
        <p:nvPicPr>
          <p:cNvPr id="65" name="Google Shape;65;p2"/>
          <p:cNvPicPr preferRelativeResize="0"/>
          <p:nvPr/>
        </p:nvPicPr>
        <p:blipFill rotWithShape="1">
          <a:blip r:embed="rId3">
            <a:alphaModFix/>
          </a:blip>
          <a:srcRect b="0" l="0" r="0" t="0"/>
          <a:stretch/>
        </p:blipFill>
        <p:spPr>
          <a:xfrm>
            <a:off x="5751425" y="2097875"/>
            <a:ext cx="2835201" cy="1883050"/>
          </a:xfrm>
          <a:prstGeom prst="rect">
            <a:avLst/>
          </a:prstGeom>
          <a:noFill/>
          <a:ln cap="flat" cmpd="sng" w="28575">
            <a:solidFill>
              <a:srgbClr val="4A86E8"/>
            </a:solidFill>
            <a:prstDash val="solid"/>
            <a:round/>
            <a:headEnd len="sm" w="sm" type="none"/>
            <a:tailEnd len="sm" w="sm" type="none"/>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3"/>
          <p:cNvSpPr txBox="1"/>
          <p:nvPr>
            <p:ph type="title"/>
          </p:nvPr>
        </p:nvSpPr>
        <p:spPr>
          <a:xfrm>
            <a:off x="311700" y="764750"/>
            <a:ext cx="8520600" cy="975900"/>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2800"/>
              <a:buNone/>
            </a:pPr>
            <a:r>
              <a:rPr lang="es-419"/>
              <a:t>Recursividad</a:t>
            </a:r>
            <a:endParaRPr/>
          </a:p>
        </p:txBody>
      </p:sp>
      <p:sp>
        <p:nvSpPr>
          <p:cNvPr id="71" name="Google Shape;71;p3"/>
          <p:cNvSpPr txBox="1"/>
          <p:nvPr>
            <p:ph idx="1" type="body"/>
          </p:nvPr>
        </p:nvSpPr>
        <p:spPr>
          <a:xfrm>
            <a:off x="311700" y="1664550"/>
            <a:ext cx="8520600" cy="14418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rPr lang="es-419"/>
              <a:t>Cuando un proceso se define en términos de sí mismo hablamos de recursividad. Básicamente un problema podrá ser resuelto de forma recursiva si la solución se puede expresar en términos de si misma. Para poder obtener esta solución, deberá resolverse el mismo problema sobre un conjunto de datos de entrada menor.</a:t>
            </a:r>
            <a:endParaRPr/>
          </a:p>
        </p:txBody>
      </p:sp>
      <p:sp>
        <p:nvSpPr>
          <p:cNvPr id="72" name="Google Shape;72;p3"/>
          <p:cNvSpPr txBox="1"/>
          <p:nvPr/>
        </p:nvSpPr>
        <p:spPr>
          <a:xfrm>
            <a:off x="411775" y="3411150"/>
            <a:ext cx="8067300" cy="1060800"/>
          </a:xfrm>
          <a:prstGeom prst="rect">
            <a:avLst/>
          </a:prstGeom>
          <a:noFill/>
          <a:ln cap="flat" cmpd="sng" w="28575">
            <a:solidFill>
              <a:srgbClr val="4A86E8"/>
            </a:solidFill>
            <a:prstDash val="solid"/>
            <a:round/>
            <a:headEnd len="sm" w="sm" type="none"/>
            <a:tailEnd len="sm" w="sm" type="none"/>
          </a:ln>
        </p:spPr>
        <p:txBody>
          <a:bodyPr anchorCtr="0" anchor="t" bIns="91425" lIns="91425" spcFirstLastPara="1" rIns="91425" wrap="square" tIns="91425">
            <a:noAutofit/>
          </a:bodyPr>
          <a:lstStyle/>
          <a:p>
            <a:pPr indent="0" lvl="0" marL="0" marR="0" rtl="0" algn="just">
              <a:lnSpc>
                <a:spcPct val="100000"/>
              </a:lnSpc>
              <a:spcBef>
                <a:spcPts val="1600"/>
              </a:spcBef>
              <a:spcAft>
                <a:spcPts val="0"/>
              </a:spcAft>
              <a:buClr>
                <a:srgbClr val="000000"/>
              </a:buClr>
              <a:buSzPts val="1500"/>
              <a:buFont typeface="Arial"/>
              <a:buNone/>
            </a:pPr>
            <a:r>
              <a:rPr b="0" i="0" lang="es-419" sz="1500" u="none" cap="none" strike="noStrike">
                <a:solidFill>
                  <a:schemeClr val="lt1"/>
                </a:solidFill>
                <a:latin typeface="Roboto"/>
                <a:ea typeface="Roboto"/>
                <a:cs typeface="Roboto"/>
                <a:sym typeface="Roboto"/>
              </a:rPr>
              <a:t>¿En qué trabajás? Estoy intentando arreglar los problemas que creé cuando intentaba arreglar los problemas que creé cuando intentaba arreglar los problemas que creé. </a:t>
            </a:r>
            <a:endParaRPr b="0" i="0" sz="1500" u="none" cap="none" strike="noStrike">
              <a:solidFill>
                <a:schemeClr val="lt1"/>
              </a:solidFill>
              <a:latin typeface="Roboto"/>
              <a:ea typeface="Roboto"/>
              <a:cs typeface="Roboto"/>
              <a:sym typeface="Roboto"/>
            </a:endParaRPr>
          </a:p>
          <a:p>
            <a:pPr indent="0" lvl="0" marL="0" marR="0" rtl="0" algn="just">
              <a:lnSpc>
                <a:spcPct val="100000"/>
              </a:lnSpc>
              <a:spcBef>
                <a:spcPts val="1600"/>
              </a:spcBef>
              <a:spcAft>
                <a:spcPts val="0"/>
              </a:spcAft>
              <a:buClr>
                <a:srgbClr val="000000"/>
              </a:buClr>
              <a:buSzPts val="1500"/>
              <a:buFont typeface="Arial"/>
              <a:buNone/>
            </a:pPr>
            <a:r>
              <a:rPr b="1" i="0" lang="es-419" sz="1500" u="none" cap="none" strike="noStrike">
                <a:solidFill>
                  <a:schemeClr val="lt1"/>
                </a:solidFill>
                <a:latin typeface="Roboto"/>
                <a:ea typeface="Roboto"/>
                <a:cs typeface="Roboto"/>
                <a:sym typeface="Roboto"/>
              </a:rPr>
              <a:t>Y así nació la recursividad.</a:t>
            </a:r>
            <a:endParaRPr b="1" i="0" sz="1500" u="none" cap="none" strike="noStrike">
              <a:solidFill>
                <a:schemeClr val="lt1"/>
              </a:solidFill>
              <a:latin typeface="Roboto"/>
              <a:ea typeface="Roboto"/>
              <a:cs typeface="Roboto"/>
              <a:sym typeface="Roboto"/>
            </a:endParaRPr>
          </a:p>
          <a:p>
            <a:pPr indent="0" lvl="0" marL="0" marR="0" rtl="0" algn="just">
              <a:lnSpc>
                <a:spcPct val="115000"/>
              </a:lnSpc>
              <a:spcBef>
                <a:spcPts val="1600"/>
              </a:spcBef>
              <a:spcAft>
                <a:spcPts val="1600"/>
              </a:spcAft>
              <a:buClr>
                <a:srgbClr val="000000"/>
              </a:buClr>
              <a:buSzPts val="2800"/>
              <a:buFont typeface="Arial"/>
              <a:buNone/>
            </a:pPr>
            <a:r>
              <a:t/>
            </a:r>
            <a:endParaRPr b="0" i="0" sz="2800" u="none" cap="none" strike="noStrike">
              <a:solidFill>
                <a:srgbClr val="1C4587"/>
              </a:solidFill>
              <a:latin typeface="Roboto"/>
              <a:ea typeface="Roboto"/>
              <a:cs typeface="Roboto"/>
              <a:sym typeface="Roboto"/>
            </a:endParaRPr>
          </a:p>
        </p:txBody>
      </p:sp>
      <p:pic>
        <p:nvPicPr>
          <p:cNvPr id="73" name="Google Shape;73;p3"/>
          <p:cNvPicPr preferRelativeResize="0"/>
          <p:nvPr/>
        </p:nvPicPr>
        <p:blipFill rotWithShape="1">
          <a:blip r:embed="rId3">
            <a:alphaModFix/>
          </a:blip>
          <a:srcRect b="0" l="0" r="0" t="0"/>
          <a:stretch/>
        </p:blipFill>
        <p:spPr>
          <a:xfrm>
            <a:off x="8088150" y="4027825"/>
            <a:ext cx="811500" cy="8115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4"/>
          <p:cNvSpPr txBox="1"/>
          <p:nvPr>
            <p:ph type="title"/>
          </p:nvPr>
        </p:nvSpPr>
        <p:spPr>
          <a:xfrm>
            <a:off x="311700" y="764750"/>
            <a:ext cx="8520600" cy="975900"/>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2800"/>
              <a:buNone/>
            </a:pPr>
            <a:r>
              <a:rPr lang="es-419"/>
              <a:t>Funciones recursivas</a:t>
            </a:r>
            <a:endParaRPr/>
          </a:p>
        </p:txBody>
      </p:sp>
      <p:sp>
        <p:nvSpPr>
          <p:cNvPr id="79" name="Google Shape;79;p4"/>
          <p:cNvSpPr txBox="1"/>
          <p:nvPr>
            <p:ph idx="1" type="body"/>
          </p:nvPr>
        </p:nvSpPr>
        <p:spPr>
          <a:xfrm>
            <a:off x="311700" y="1817825"/>
            <a:ext cx="4799100" cy="2601300"/>
          </a:xfrm>
          <a:prstGeom prst="rect">
            <a:avLst/>
          </a:prstGeom>
          <a:noFill/>
          <a:ln>
            <a:noFill/>
          </a:ln>
        </p:spPr>
        <p:txBody>
          <a:bodyPr anchorCtr="0" anchor="t" bIns="91425" lIns="91425" spcFirstLastPara="1" rIns="91425" wrap="square" tIns="91425">
            <a:normAutofit lnSpcReduction="10000"/>
          </a:bodyPr>
          <a:lstStyle/>
          <a:p>
            <a:pPr indent="0" lvl="0" marL="0" rtl="0" algn="l">
              <a:lnSpc>
                <a:spcPct val="115000"/>
              </a:lnSpc>
              <a:spcBef>
                <a:spcPts val="0"/>
              </a:spcBef>
              <a:spcAft>
                <a:spcPts val="1200"/>
              </a:spcAft>
              <a:buSzPts val="1800"/>
              <a:buNone/>
            </a:pPr>
            <a:r>
              <a:rPr lang="es-419" sz="1900"/>
              <a:t>La recursividad aplicada al mundo de la programación nos permite resolver tareas en donde las mismas pueden ser divididas en </a:t>
            </a:r>
            <a:r>
              <a:rPr b="1" lang="es-419" sz="1900"/>
              <a:t>sub tareas cuya funcionalidad es la misma</a:t>
            </a:r>
            <a:r>
              <a:rPr lang="es-419" sz="1900"/>
              <a:t>. Una función recursiva es aquella que está definida en función de si misma, por lo que se llama repetidamente a sí misma </a:t>
            </a:r>
            <a:r>
              <a:rPr b="1" lang="es-419" sz="1900"/>
              <a:t>hasta llegar a un punto de salida</a:t>
            </a:r>
            <a:r>
              <a:rPr lang="es-419" sz="1900"/>
              <a:t>.</a:t>
            </a:r>
            <a:endParaRPr sz="1900"/>
          </a:p>
        </p:txBody>
      </p:sp>
      <p:pic>
        <p:nvPicPr>
          <p:cNvPr id="80" name="Google Shape;80;p4"/>
          <p:cNvPicPr preferRelativeResize="0"/>
          <p:nvPr/>
        </p:nvPicPr>
        <p:blipFill rotWithShape="1">
          <a:blip r:embed="rId3">
            <a:alphaModFix/>
          </a:blip>
          <a:srcRect b="0" l="0" r="0" t="0"/>
          <a:stretch/>
        </p:blipFill>
        <p:spPr>
          <a:xfrm>
            <a:off x="5632699" y="1969350"/>
            <a:ext cx="2382200" cy="1967500"/>
          </a:xfrm>
          <a:prstGeom prst="rect">
            <a:avLst/>
          </a:prstGeom>
          <a:noFill/>
          <a:ln cap="flat" cmpd="sng" w="28575">
            <a:solidFill>
              <a:srgbClr val="4A86E8"/>
            </a:solidFill>
            <a:prstDash val="solid"/>
            <a:round/>
            <a:headEnd len="sm" w="sm" type="none"/>
            <a:tailEnd len="sm" w="sm" type="none"/>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5"/>
          <p:cNvSpPr txBox="1"/>
          <p:nvPr>
            <p:ph type="title"/>
          </p:nvPr>
        </p:nvSpPr>
        <p:spPr>
          <a:xfrm>
            <a:off x="311700" y="840950"/>
            <a:ext cx="8520600" cy="975900"/>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2800"/>
              <a:buNone/>
            </a:pPr>
            <a:r>
              <a:rPr lang="es-419"/>
              <a:t>Pongámonos a prueba</a:t>
            </a:r>
            <a:endParaRPr/>
          </a:p>
        </p:txBody>
      </p:sp>
      <p:sp>
        <p:nvSpPr>
          <p:cNvPr id="86" name="Google Shape;86;p5"/>
          <p:cNvSpPr txBox="1"/>
          <p:nvPr>
            <p:ph idx="1" type="body"/>
          </p:nvPr>
        </p:nvSpPr>
        <p:spPr>
          <a:xfrm>
            <a:off x="311700" y="1969350"/>
            <a:ext cx="4681200" cy="26013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rPr lang="es-419"/>
              <a:t>El siguiente diagrama de flujo muestra una cuenta regresiva desde un número ingresado hasta el 0. Planteemos una solución desde un punto de vista convencional (con una estructura repetitiva) y desde un punto de vista recursivo</a:t>
            </a:r>
            <a:endParaRPr/>
          </a:p>
        </p:txBody>
      </p:sp>
      <p:pic>
        <p:nvPicPr>
          <p:cNvPr id="87" name="Google Shape;87;p5"/>
          <p:cNvPicPr preferRelativeResize="0"/>
          <p:nvPr/>
        </p:nvPicPr>
        <p:blipFill rotWithShape="1">
          <a:blip r:embed="rId3">
            <a:alphaModFix/>
          </a:blip>
          <a:srcRect b="0" l="0" r="0" t="0"/>
          <a:stretch/>
        </p:blipFill>
        <p:spPr>
          <a:xfrm>
            <a:off x="5182475" y="1661125"/>
            <a:ext cx="3423276" cy="3136399"/>
          </a:xfrm>
          <a:prstGeom prst="rect">
            <a:avLst/>
          </a:prstGeom>
          <a:noFill/>
          <a:ln cap="flat" cmpd="sng" w="38100">
            <a:solidFill>
              <a:srgbClr val="4A86E8"/>
            </a:solidFill>
            <a:prstDash val="solid"/>
            <a:round/>
            <a:headEnd len="sm" w="sm" type="none"/>
            <a:tailEnd len="sm" w="sm" type="none"/>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6"/>
          <p:cNvSpPr txBox="1"/>
          <p:nvPr>
            <p:ph type="title"/>
          </p:nvPr>
        </p:nvSpPr>
        <p:spPr>
          <a:xfrm>
            <a:off x="311700" y="993350"/>
            <a:ext cx="8520600" cy="975900"/>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2800"/>
              <a:buNone/>
            </a:pPr>
            <a:r>
              <a:rPr lang="es-419"/>
              <a:t>Factorial de un número</a:t>
            </a:r>
            <a:endParaRPr/>
          </a:p>
        </p:txBody>
      </p:sp>
      <p:sp>
        <p:nvSpPr>
          <p:cNvPr id="93" name="Google Shape;93;p6"/>
          <p:cNvSpPr txBox="1"/>
          <p:nvPr>
            <p:ph idx="1" type="body"/>
          </p:nvPr>
        </p:nvSpPr>
        <p:spPr>
          <a:xfrm>
            <a:off x="311700" y="1969350"/>
            <a:ext cx="8520600" cy="1492200"/>
          </a:xfrm>
          <a:prstGeom prst="rect">
            <a:avLst/>
          </a:prstGeom>
          <a:noFill/>
          <a:ln>
            <a:noFill/>
          </a:ln>
        </p:spPr>
        <p:txBody>
          <a:bodyPr anchorCtr="0" anchor="t" bIns="91425" lIns="91425" spcFirstLastPara="1" rIns="91425" wrap="square" tIns="91425">
            <a:normAutofit fontScale="92500" lnSpcReduction="20000"/>
          </a:bodyPr>
          <a:lstStyle/>
          <a:p>
            <a:pPr indent="0" lvl="0" marL="0" rtl="0" algn="l">
              <a:lnSpc>
                <a:spcPct val="115000"/>
              </a:lnSpc>
              <a:spcBef>
                <a:spcPts val="0"/>
              </a:spcBef>
              <a:spcAft>
                <a:spcPts val="0"/>
              </a:spcAft>
              <a:buSzPct val="108108"/>
              <a:buNone/>
            </a:pPr>
            <a:r>
              <a:rPr lang="es-419"/>
              <a:t>El factorial de un número entero positivo se define como el producto de todos los números enteros positivos desde la unidad hasta el número definido.</a:t>
            </a:r>
            <a:endParaRPr/>
          </a:p>
          <a:p>
            <a:pPr indent="0" lvl="0" marL="0" rtl="0" algn="l">
              <a:lnSpc>
                <a:spcPct val="115000"/>
              </a:lnSpc>
              <a:spcBef>
                <a:spcPts val="1200"/>
              </a:spcBef>
              <a:spcAft>
                <a:spcPts val="0"/>
              </a:spcAft>
              <a:buSzPct val="108108"/>
              <a:buNone/>
            </a:pPr>
            <a:r>
              <a:rPr lang="es-419"/>
              <a:t>Matemáticamente definimos al factorial:</a:t>
            </a:r>
            <a:endParaRPr/>
          </a:p>
          <a:p>
            <a:pPr indent="0" lvl="0" marL="0" rtl="0" algn="l">
              <a:lnSpc>
                <a:spcPct val="115000"/>
              </a:lnSpc>
              <a:spcBef>
                <a:spcPts val="1200"/>
              </a:spcBef>
              <a:spcAft>
                <a:spcPts val="1200"/>
              </a:spcAft>
              <a:buSzPct val="108108"/>
              <a:buNone/>
            </a:pPr>
            <a:r>
              <a:t/>
            </a:r>
            <a:endParaRPr/>
          </a:p>
        </p:txBody>
      </p:sp>
      <p:sp>
        <p:nvSpPr>
          <p:cNvPr id="94" name="Google Shape;94;p6"/>
          <p:cNvSpPr txBox="1"/>
          <p:nvPr/>
        </p:nvSpPr>
        <p:spPr>
          <a:xfrm>
            <a:off x="2737500" y="3132250"/>
            <a:ext cx="3040800" cy="978900"/>
          </a:xfrm>
          <a:prstGeom prst="rect">
            <a:avLst/>
          </a:prstGeom>
          <a:noFill/>
          <a:ln cap="flat" cmpd="sng" w="28575">
            <a:solidFill>
              <a:srgbClr val="4A86E8"/>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2400"/>
              <a:buFont typeface="Arial"/>
              <a:buNone/>
            </a:pPr>
            <a:r>
              <a:rPr b="0" i="0" lang="es-419" sz="2400" u="none" cap="none" strike="noStrike">
                <a:solidFill>
                  <a:schemeClr val="lt1"/>
                </a:solidFill>
                <a:latin typeface="Roboto"/>
                <a:ea typeface="Roboto"/>
                <a:cs typeface="Roboto"/>
                <a:sym typeface="Roboto"/>
              </a:rPr>
              <a:t>n! = n * (n - 1)</a:t>
            </a:r>
            <a:r>
              <a:rPr lang="es-419" sz="2400">
                <a:solidFill>
                  <a:schemeClr val="lt1"/>
                </a:solidFill>
                <a:latin typeface="Roboto"/>
                <a:ea typeface="Roboto"/>
                <a:cs typeface="Roboto"/>
                <a:sym typeface="Roboto"/>
              </a:rPr>
              <a:t>!</a:t>
            </a:r>
            <a:endParaRPr b="0" i="0" sz="2400" u="none" cap="none" strike="noStrike">
              <a:solidFill>
                <a:schemeClr val="lt1"/>
              </a:solidFill>
              <a:latin typeface="Roboto"/>
              <a:ea typeface="Roboto"/>
              <a:cs typeface="Roboto"/>
              <a:sym typeface="Roboto"/>
            </a:endParaRPr>
          </a:p>
          <a:p>
            <a:pPr indent="0" lvl="0" marL="0" marR="0" rtl="0" algn="ctr">
              <a:lnSpc>
                <a:spcPct val="115000"/>
              </a:lnSpc>
              <a:spcBef>
                <a:spcPts val="0"/>
              </a:spcBef>
              <a:spcAft>
                <a:spcPts val="0"/>
              </a:spcAft>
              <a:buClr>
                <a:srgbClr val="000000"/>
              </a:buClr>
              <a:buSzPts val="2400"/>
              <a:buFont typeface="Arial"/>
              <a:buNone/>
            </a:pPr>
            <a:r>
              <a:rPr b="0" i="0" lang="es-419" sz="2400" u="none" cap="none" strike="noStrike">
                <a:solidFill>
                  <a:schemeClr val="lt1"/>
                </a:solidFill>
                <a:latin typeface="Roboto"/>
                <a:ea typeface="Roboto"/>
                <a:cs typeface="Roboto"/>
                <a:sym typeface="Roboto"/>
              </a:rPr>
              <a:t>Si n &gt;= 0 </a:t>
            </a:r>
            <a:endParaRPr b="0" i="0" sz="1800" u="none" cap="none" strike="noStrike">
              <a:solidFill>
                <a:schemeClr val="lt1"/>
              </a:solidFill>
              <a:latin typeface="Anaheim"/>
              <a:ea typeface="Anaheim"/>
              <a:cs typeface="Anaheim"/>
              <a:sym typeface="Anaheim"/>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pic>
        <p:nvPicPr>
          <p:cNvPr id="99" name="Google Shape;99;p7"/>
          <p:cNvPicPr preferRelativeResize="0"/>
          <p:nvPr/>
        </p:nvPicPr>
        <p:blipFill rotWithShape="1">
          <a:blip r:embed="rId3">
            <a:alphaModFix/>
          </a:blip>
          <a:srcRect b="0" l="0" r="0" t="0"/>
          <a:stretch/>
        </p:blipFill>
        <p:spPr>
          <a:xfrm>
            <a:off x="884775" y="2224150"/>
            <a:ext cx="1722750" cy="1487275"/>
          </a:xfrm>
          <a:prstGeom prst="rect">
            <a:avLst/>
          </a:prstGeom>
          <a:noFill/>
          <a:ln cap="flat" cmpd="sng" w="28575">
            <a:solidFill>
              <a:srgbClr val="4A86E8"/>
            </a:solidFill>
            <a:prstDash val="solid"/>
            <a:round/>
            <a:headEnd len="sm" w="sm" type="none"/>
            <a:tailEnd len="sm" w="sm" type="none"/>
          </a:ln>
        </p:spPr>
      </p:pic>
      <p:sp>
        <p:nvSpPr>
          <p:cNvPr id="100" name="Google Shape;100;p7"/>
          <p:cNvSpPr txBox="1"/>
          <p:nvPr/>
        </p:nvSpPr>
        <p:spPr>
          <a:xfrm>
            <a:off x="3341250" y="1214000"/>
            <a:ext cx="5135400" cy="3102300"/>
          </a:xfrm>
          <a:prstGeom prst="rect">
            <a:avLst/>
          </a:prstGeom>
          <a:noFill/>
          <a:ln cap="flat" cmpd="sng" w="28575">
            <a:solidFill>
              <a:srgbClr val="4A86E8"/>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800"/>
              <a:buFont typeface="Arial"/>
              <a:buNone/>
            </a:pPr>
            <a:r>
              <a:rPr b="0" i="0" lang="es-419" sz="2800" u="none" cap="none" strike="noStrike">
                <a:solidFill>
                  <a:schemeClr val="lt1"/>
                </a:solidFill>
                <a:latin typeface="Roboto Slab"/>
                <a:ea typeface="Roboto Slab"/>
                <a:cs typeface="Roboto Slab"/>
                <a:sym typeface="Roboto Slab"/>
              </a:rPr>
              <a:t>5! =  5*4*3*2*1  = 5 * 4! = 120</a:t>
            </a:r>
            <a:endParaRPr b="0" i="0" sz="1400" u="none" cap="none" strike="noStrike">
              <a:solidFill>
                <a:schemeClr val="lt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2800"/>
              <a:buFont typeface="Arial"/>
              <a:buNone/>
            </a:pPr>
            <a:r>
              <a:rPr b="0" i="0" lang="es-419" sz="2800" u="none" cap="none" strike="noStrike">
                <a:solidFill>
                  <a:schemeClr val="lt1"/>
                </a:solidFill>
                <a:latin typeface="Roboto Slab"/>
                <a:ea typeface="Roboto Slab"/>
                <a:cs typeface="Roboto Slab"/>
                <a:sym typeface="Roboto Slab"/>
              </a:rPr>
              <a:t>4! =  4*3*2*1      = 4 * 3! = 24</a:t>
            </a:r>
            <a:endParaRPr b="0" i="0" sz="1400" u="none" cap="none" strike="noStrike">
              <a:solidFill>
                <a:schemeClr val="lt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2800"/>
              <a:buFont typeface="Arial"/>
              <a:buNone/>
            </a:pPr>
            <a:r>
              <a:rPr b="0" i="0" lang="es-419" sz="2800" u="none" cap="none" strike="noStrike">
                <a:solidFill>
                  <a:schemeClr val="lt1"/>
                </a:solidFill>
                <a:latin typeface="Roboto Slab"/>
                <a:ea typeface="Roboto Slab"/>
                <a:cs typeface="Roboto Slab"/>
                <a:sym typeface="Roboto Slab"/>
              </a:rPr>
              <a:t>3! =  3*2*1          = 3 * 2! = 6 </a:t>
            </a:r>
            <a:endParaRPr b="0" i="0" sz="1400" u="none" cap="none" strike="noStrike">
              <a:solidFill>
                <a:schemeClr val="lt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2800"/>
              <a:buFont typeface="Arial"/>
              <a:buNone/>
            </a:pPr>
            <a:r>
              <a:rPr b="0" i="0" lang="es-419" sz="2800" u="none" cap="none" strike="noStrike">
                <a:solidFill>
                  <a:schemeClr val="lt1"/>
                </a:solidFill>
                <a:latin typeface="Roboto Slab"/>
                <a:ea typeface="Roboto Slab"/>
                <a:cs typeface="Roboto Slab"/>
                <a:sym typeface="Roboto Slab"/>
              </a:rPr>
              <a:t>2! =  2*1              = 2 * 1! = 2  </a:t>
            </a:r>
            <a:endParaRPr b="0" i="0" sz="1400" u="none" cap="none" strike="noStrike">
              <a:solidFill>
                <a:schemeClr val="lt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2800"/>
              <a:buFont typeface="Arial"/>
              <a:buNone/>
            </a:pPr>
            <a:r>
              <a:rPr b="0" i="0" lang="es-419" sz="2800" u="none" cap="none" strike="noStrike">
                <a:solidFill>
                  <a:schemeClr val="lt1"/>
                </a:solidFill>
                <a:latin typeface="Roboto Slab"/>
                <a:ea typeface="Roboto Slab"/>
                <a:cs typeface="Roboto Slab"/>
                <a:sym typeface="Roboto Slab"/>
              </a:rPr>
              <a:t>1! =  1</a:t>
            </a:r>
            <a:endParaRPr b="0" i="0" sz="1400" u="none" cap="none" strike="noStrike">
              <a:solidFill>
                <a:schemeClr val="lt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2800"/>
              <a:buFont typeface="Arial"/>
              <a:buNone/>
            </a:pPr>
            <a:r>
              <a:rPr b="0" i="0" lang="es-419" sz="2800" u="none" cap="none" strike="noStrike">
                <a:solidFill>
                  <a:schemeClr val="lt1"/>
                </a:solidFill>
                <a:latin typeface="Roboto Slab"/>
                <a:ea typeface="Roboto Slab"/>
                <a:cs typeface="Roboto Slab"/>
                <a:sym typeface="Roboto Slab"/>
              </a:rPr>
              <a:t>0! = 1</a:t>
            </a:r>
            <a:endParaRPr b="0" i="0" sz="1800" u="none" cap="none" strike="noStrike">
              <a:solidFill>
                <a:schemeClr val="lt1"/>
              </a:solidFill>
              <a:latin typeface="Anaheim"/>
              <a:ea typeface="Anaheim"/>
              <a:cs typeface="Anaheim"/>
              <a:sym typeface="Anaheim"/>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pic>
        <p:nvPicPr>
          <p:cNvPr id="105" name="Google Shape;105;p8"/>
          <p:cNvPicPr preferRelativeResize="0"/>
          <p:nvPr/>
        </p:nvPicPr>
        <p:blipFill rotWithShape="1">
          <a:blip r:embed="rId3">
            <a:alphaModFix/>
          </a:blip>
          <a:srcRect b="0" l="0" r="0" t="0"/>
          <a:stretch/>
        </p:blipFill>
        <p:spPr>
          <a:xfrm>
            <a:off x="1241050" y="1078300"/>
            <a:ext cx="6661901" cy="3587700"/>
          </a:xfrm>
          <a:prstGeom prst="rect">
            <a:avLst/>
          </a:prstGeom>
          <a:noFill/>
          <a:ln cap="flat" cmpd="sng" w="28575">
            <a:solidFill>
              <a:srgbClr val="4A86E8"/>
            </a:solidFill>
            <a:prstDash val="solid"/>
            <a:round/>
            <a:headEnd len="sm" w="sm" type="none"/>
            <a:tailEnd len="sm" w="sm" type="none"/>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9"/>
          <p:cNvSpPr txBox="1"/>
          <p:nvPr>
            <p:ph type="title"/>
          </p:nvPr>
        </p:nvSpPr>
        <p:spPr>
          <a:xfrm>
            <a:off x="311700" y="764750"/>
            <a:ext cx="8520600" cy="975900"/>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2800"/>
              <a:buNone/>
            </a:pPr>
            <a:r>
              <a:rPr lang="es-419"/>
              <a:t>Pero … ¿qué pasa en memoria?</a:t>
            </a:r>
            <a:endParaRPr/>
          </a:p>
        </p:txBody>
      </p:sp>
      <p:sp>
        <p:nvSpPr>
          <p:cNvPr id="111" name="Google Shape;111;p9"/>
          <p:cNvSpPr txBox="1"/>
          <p:nvPr/>
        </p:nvSpPr>
        <p:spPr>
          <a:xfrm>
            <a:off x="-71450" y="1570425"/>
            <a:ext cx="5678700" cy="3096000"/>
          </a:xfrm>
          <a:prstGeom prst="rect">
            <a:avLst/>
          </a:prstGeom>
          <a:noFill/>
          <a:ln>
            <a:noFill/>
          </a:ln>
        </p:spPr>
        <p:txBody>
          <a:bodyPr anchorCtr="0" anchor="t" bIns="91425" lIns="91425" spcFirstLastPara="1" rIns="91425" wrap="square" tIns="91425">
            <a:noAutofit/>
          </a:bodyPr>
          <a:lstStyle/>
          <a:p>
            <a:pPr indent="-323850" lvl="0" marL="457200" marR="0" rtl="0" algn="just">
              <a:lnSpc>
                <a:spcPct val="115000"/>
              </a:lnSpc>
              <a:spcBef>
                <a:spcPts val="0"/>
              </a:spcBef>
              <a:spcAft>
                <a:spcPts val="0"/>
              </a:spcAft>
              <a:buClr>
                <a:schemeClr val="lt1"/>
              </a:buClr>
              <a:buSzPts val="1500"/>
              <a:buFont typeface="Roboto"/>
              <a:buChar char="●"/>
            </a:pPr>
            <a:r>
              <a:rPr b="0" i="0" lang="es-419" sz="1500" u="none" cap="none" strike="noStrike">
                <a:solidFill>
                  <a:schemeClr val="lt1"/>
                </a:solidFill>
                <a:latin typeface="Roboto"/>
                <a:ea typeface="Roboto"/>
                <a:cs typeface="Roboto"/>
                <a:sym typeface="Roboto"/>
              </a:rPr>
              <a:t>La gestión de memoria en las funciones recursivas se realiza mediante la pila de llamadas. </a:t>
            </a:r>
            <a:endParaRPr b="0" i="0" sz="1500" u="none" cap="none" strike="noStrike">
              <a:solidFill>
                <a:schemeClr val="lt1"/>
              </a:solidFill>
              <a:latin typeface="Roboto"/>
              <a:ea typeface="Roboto"/>
              <a:cs typeface="Roboto"/>
              <a:sym typeface="Roboto"/>
            </a:endParaRPr>
          </a:p>
          <a:p>
            <a:pPr indent="-323850" lvl="0" marL="457200" marR="0" rtl="0" algn="just">
              <a:lnSpc>
                <a:spcPct val="115000"/>
              </a:lnSpc>
              <a:spcBef>
                <a:spcPts val="0"/>
              </a:spcBef>
              <a:spcAft>
                <a:spcPts val="0"/>
              </a:spcAft>
              <a:buClr>
                <a:schemeClr val="lt1"/>
              </a:buClr>
              <a:buSzPts val="1500"/>
              <a:buFont typeface="Roboto"/>
              <a:buChar char="●"/>
            </a:pPr>
            <a:r>
              <a:rPr b="0" i="0" lang="es-419" sz="1500" u="none" cap="none" strike="noStrike">
                <a:solidFill>
                  <a:schemeClr val="lt1"/>
                </a:solidFill>
                <a:latin typeface="Roboto"/>
                <a:ea typeface="Roboto"/>
                <a:cs typeface="Roboto"/>
                <a:sym typeface="Roboto"/>
              </a:rPr>
              <a:t>Cada vez que se llama a una función recursiva, se agrega una nueva instancia de esa función a la pila de llamadas.</a:t>
            </a:r>
            <a:endParaRPr b="0" i="0" sz="1500" u="none" cap="none" strike="noStrike">
              <a:solidFill>
                <a:schemeClr val="lt1"/>
              </a:solidFill>
              <a:latin typeface="Roboto"/>
              <a:ea typeface="Roboto"/>
              <a:cs typeface="Roboto"/>
              <a:sym typeface="Roboto"/>
            </a:endParaRPr>
          </a:p>
          <a:p>
            <a:pPr indent="-323850" lvl="0" marL="457200" marR="0" rtl="0" algn="just">
              <a:lnSpc>
                <a:spcPct val="115000"/>
              </a:lnSpc>
              <a:spcBef>
                <a:spcPts val="0"/>
              </a:spcBef>
              <a:spcAft>
                <a:spcPts val="0"/>
              </a:spcAft>
              <a:buClr>
                <a:schemeClr val="lt1"/>
              </a:buClr>
              <a:buSzPts val="1500"/>
              <a:buFont typeface="Roboto"/>
              <a:buChar char="●"/>
            </a:pPr>
            <a:r>
              <a:rPr b="0" i="0" lang="es-419" sz="1500" u="none" cap="none" strike="noStrike">
                <a:solidFill>
                  <a:schemeClr val="lt1"/>
                </a:solidFill>
                <a:latin typeface="Roboto"/>
                <a:ea typeface="Roboto"/>
                <a:cs typeface="Roboto"/>
                <a:sym typeface="Roboto"/>
              </a:rPr>
              <a:t>A medida que la función se llama recursivamente se acumulan mas y mas instancias en la pila.</a:t>
            </a:r>
            <a:endParaRPr b="0" i="0" sz="1500" u="none" cap="none" strike="noStrike">
              <a:solidFill>
                <a:schemeClr val="lt1"/>
              </a:solidFill>
              <a:latin typeface="Roboto"/>
              <a:ea typeface="Roboto"/>
              <a:cs typeface="Roboto"/>
              <a:sym typeface="Roboto"/>
            </a:endParaRPr>
          </a:p>
          <a:p>
            <a:pPr indent="-323850" lvl="0" marL="457200" marR="0" rtl="0" algn="just">
              <a:lnSpc>
                <a:spcPct val="115000"/>
              </a:lnSpc>
              <a:spcBef>
                <a:spcPts val="0"/>
              </a:spcBef>
              <a:spcAft>
                <a:spcPts val="0"/>
              </a:spcAft>
              <a:buClr>
                <a:schemeClr val="lt1"/>
              </a:buClr>
              <a:buSzPts val="1500"/>
              <a:buFont typeface="Roboto"/>
              <a:buChar char="●"/>
            </a:pPr>
            <a:r>
              <a:rPr b="0" i="0" lang="es-419" sz="1500" u="none" cap="none" strike="noStrike">
                <a:solidFill>
                  <a:schemeClr val="lt1"/>
                </a:solidFill>
                <a:latin typeface="Roboto"/>
                <a:ea typeface="Roboto"/>
                <a:cs typeface="Roboto"/>
                <a:sym typeface="Roboto"/>
              </a:rPr>
              <a:t>Cuando se alcanza la condición de salida, las funciones comienzan a desapilarse, en caso de que dicha condición no se cumpla y se llegue a cierto límite (llamado el límite de recursión), python lanzará un error de desbordamiento de pila (</a:t>
            </a:r>
            <a:r>
              <a:rPr b="1" i="0" lang="es-419" sz="1500" u="none" cap="none" strike="noStrike">
                <a:solidFill>
                  <a:schemeClr val="lt2"/>
                </a:solidFill>
                <a:latin typeface="Roboto"/>
                <a:ea typeface="Roboto"/>
                <a:cs typeface="Roboto"/>
                <a:sym typeface="Roboto"/>
              </a:rPr>
              <a:t>RecursionError</a:t>
            </a:r>
            <a:r>
              <a:rPr b="0" i="0" lang="es-419" sz="1500" u="none" cap="none" strike="noStrike">
                <a:solidFill>
                  <a:schemeClr val="lt1"/>
                </a:solidFill>
                <a:latin typeface="Roboto"/>
                <a:ea typeface="Roboto"/>
                <a:cs typeface="Roboto"/>
                <a:sym typeface="Roboto"/>
              </a:rPr>
              <a:t>).</a:t>
            </a:r>
            <a:endParaRPr b="0" i="0" sz="1500" u="none" cap="none" strike="noStrike">
              <a:solidFill>
                <a:schemeClr val="lt1"/>
              </a:solidFill>
              <a:latin typeface="Roboto"/>
              <a:ea typeface="Roboto"/>
              <a:cs typeface="Roboto"/>
              <a:sym typeface="Roboto"/>
            </a:endParaRPr>
          </a:p>
          <a:p>
            <a:pPr indent="0" lvl="0" marL="0" marR="0" rtl="0" algn="just">
              <a:lnSpc>
                <a:spcPct val="115000"/>
              </a:lnSpc>
              <a:spcBef>
                <a:spcPts val="1600"/>
              </a:spcBef>
              <a:spcAft>
                <a:spcPts val="1600"/>
              </a:spcAft>
              <a:buClr>
                <a:srgbClr val="000000"/>
              </a:buClr>
              <a:buSzPts val="2700"/>
              <a:buFont typeface="Arial"/>
              <a:buNone/>
            </a:pPr>
            <a:r>
              <a:t/>
            </a:r>
            <a:endParaRPr b="0" i="0" sz="2700" u="none" cap="none" strike="noStrike">
              <a:solidFill>
                <a:srgbClr val="1C4587"/>
              </a:solidFill>
              <a:latin typeface="Roboto"/>
              <a:ea typeface="Roboto"/>
              <a:cs typeface="Roboto"/>
              <a:sym typeface="Roboto"/>
            </a:endParaRPr>
          </a:p>
        </p:txBody>
      </p:sp>
      <p:pic>
        <p:nvPicPr>
          <p:cNvPr id="112" name="Google Shape;112;p9"/>
          <p:cNvPicPr preferRelativeResize="0"/>
          <p:nvPr/>
        </p:nvPicPr>
        <p:blipFill rotWithShape="1">
          <a:blip r:embed="rId3">
            <a:alphaModFix/>
          </a:blip>
          <a:srcRect b="0" l="0" r="0" t="0"/>
          <a:stretch/>
        </p:blipFill>
        <p:spPr>
          <a:xfrm>
            <a:off x="5864100" y="2030525"/>
            <a:ext cx="3089224" cy="2122824"/>
          </a:xfrm>
          <a:prstGeom prst="rect">
            <a:avLst/>
          </a:prstGeom>
          <a:noFill/>
          <a:ln cap="flat" cmpd="sng" w="28575">
            <a:solidFill>
              <a:srgbClr val="4A86E8"/>
            </a:solidFill>
            <a:prstDash val="solid"/>
            <a:round/>
            <a:headEnd len="sm" w="sm" type="none"/>
            <a:tailEnd len="sm" w="sm" type="none"/>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pic>
        <p:nvPicPr>
          <p:cNvPr id="117" name="Google Shape;117;p10"/>
          <p:cNvPicPr preferRelativeResize="0"/>
          <p:nvPr/>
        </p:nvPicPr>
        <p:blipFill rotWithShape="1">
          <a:blip r:embed="rId3">
            <a:alphaModFix/>
          </a:blip>
          <a:srcRect b="0" l="0" r="0" t="0"/>
          <a:stretch/>
        </p:blipFill>
        <p:spPr>
          <a:xfrm>
            <a:off x="374175" y="2220287"/>
            <a:ext cx="1212831" cy="1129225"/>
          </a:xfrm>
          <a:prstGeom prst="rect">
            <a:avLst/>
          </a:prstGeom>
          <a:noFill/>
          <a:ln cap="flat" cmpd="sng" w="28575">
            <a:solidFill>
              <a:srgbClr val="4A86E8"/>
            </a:solidFill>
            <a:prstDash val="solid"/>
            <a:round/>
            <a:headEnd len="sm" w="sm" type="none"/>
            <a:tailEnd len="sm" w="sm" type="none"/>
          </a:ln>
        </p:spPr>
      </p:pic>
      <p:sp>
        <p:nvSpPr>
          <p:cNvPr id="118" name="Google Shape;118;p10"/>
          <p:cNvSpPr txBox="1"/>
          <p:nvPr/>
        </p:nvSpPr>
        <p:spPr>
          <a:xfrm>
            <a:off x="1899150" y="1867338"/>
            <a:ext cx="6797100" cy="1565700"/>
          </a:xfrm>
          <a:prstGeom prst="rect">
            <a:avLst/>
          </a:prstGeom>
          <a:noFill/>
          <a:ln>
            <a:noFill/>
          </a:ln>
        </p:spPr>
        <p:txBody>
          <a:bodyPr anchorCtr="0" anchor="t" bIns="91425" lIns="91425" spcFirstLastPara="1" rIns="91425" wrap="square" tIns="91425">
            <a:noAutofit/>
          </a:bodyPr>
          <a:lstStyle/>
          <a:p>
            <a:pPr indent="-232408" lvl="0" marL="274320" marR="0" rtl="0" algn="l">
              <a:lnSpc>
                <a:spcPct val="115000"/>
              </a:lnSpc>
              <a:spcBef>
                <a:spcPts val="0"/>
              </a:spcBef>
              <a:spcAft>
                <a:spcPts val="0"/>
              </a:spcAft>
              <a:buClr>
                <a:schemeClr val="lt1"/>
              </a:buClr>
              <a:buSzPts val="1500"/>
              <a:buFont typeface="Roboto"/>
              <a:buChar char="●"/>
            </a:pPr>
            <a:r>
              <a:rPr b="1" i="0" lang="es-419" sz="1500" u="none" cap="none" strike="noStrike">
                <a:solidFill>
                  <a:schemeClr val="lt1"/>
                </a:solidFill>
                <a:latin typeface="Roboto"/>
                <a:ea typeface="Roboto"/>
                <a:cs typeface="Roboto"/>
                <a:sym typeface="Roboto"/>
              </a:rPr>
              <a:t>Simplicidad conceptual</a:t>
            </a:r>
            <a:r>
              <a:rPr b="0" i="0" lang="es-419" sz="1500" u="none" cap="none" strike="noStrike">
                <a:solidFill>
                  <a:schemeClr val="lt1"/>
                </a:solidFill>
                <a:latin typeface="Roboto"/>
                <a:ea typeface="Roboto"/>
                <a:cs typeface="Roboto"/>
                <a:sym typeface="Roboto"/>
              </a:rPr>
              <a:t>: algunos problemas se pueden expresar de manera más clara y concisa.</a:t>
            </a:r>
            <a:endParaRPr b="0" i="0" sz="1500" u="none" cap="none" strike="noStrike">
              <a:solidFill>
                <a:schemeClr val="lt1"/>
              </a:solidFill>
              <a:latin typeface="Roboto"/>
              <a:ea typeface="Roboto"/>
              <a:cs typeface="Roboto"/>
              <a:sym typeface="Roboto"/>
            </a:endParaRPr>
          </a:p>
          <a:p>
            <a:pPr indent="-232408" lvl="0" marL="274320" marR="0" rtl="0" algn="l">
              <a:lnSpc>
                <a:spcPct val="115000"/>
              </a:lnSpc>
              <a:spcBef>
                <a:spcPts val="0"/>
              </a:spcBef>
              <a:spcAft>
                <a:spcPts val="0"/>
              </a:spcAft>
              <a:buClr>
                <a:schemeClr val="lt1"/>
              </a:buClr>
              <a:buSzPts val="1500"/>
              <a:buFont typeface="Roboto"/>
              <a:buChar char="●"/>
            </a:pPr>
            <a:r>
              <a:rPr b="1" i="0" lang="es-419" sz="1500" u="none" cap="none" strike="noStrike">
                <a:solidFill>
                  <a:schemeClr val="lt1"/>
                </a:solidFill>
                <a:latin typeface="Roboto"/>
                <a:ea typeface="Roboto"/>
                <a:cs typeface="Roboto"/>
                <a:sym typeface="Roboto"/>
              </a:rPr>
              <a:t>Solución elegante para problemas recursivos</a:t>
            </a:r>
            <a:r>
              <a:rPr b="0" i="0" lang="es-419" sz="1500" u="none" cap="none" strike="noStrike">
                <a:solidFill>
                  <a:schemeClr val="lt1"/>
                </a:solidFill>
                <a:latin typeface="Roboto"/>
                <a:ea typeface="Roboto"/>
                <a:cs typeface="Roboto"/>
                <a:sym typeface="Roboto"/>
              </a:rPr>
              <a:t>: hay problemas que naturalmente se prestan a una solución recursiva, como árboles o la división y conquista.</a:t>
            </a:r>
            <a:endParaRPr b="0" i="0" sz="1500" u="none" cap="none" strike="noStrike">
              <a:solidFill>
                <a:schemeClr val="lt1"/>
              </a:solidFill>
              <a:latin typeface="Roboto"/>
              <a:ea typeface="Roboto"/>
              <a:cs typeface="Roboto"/>
              <a:sym typeface="Roboto"/>
            </a:endParaRPr>
          </a:p>
          <a:p>
            <a:pPr indent="-232408" lvl="0" marL="274320" marR="0" rtl="0" algn="l">
              <a:lnSpc>
                <a:spcPct val="115000"/>
              </a:lnSpc>
              <a:spcBef>
                <a:spcPts val="0"/>
              </a:spcBef>
              <a:spcAft>
                <a:spcPts val="0"/>
              </a:spcAft>
              <a:buClr>
                <a:schemeClr val="lt1"/>
              </a:buClr>
              <a:buSzPts val="1500"/>
              <a:buFont typeface="Roboto"/>
              <a:buChar char="●"/>
            </a:pPr>
            <a:r>
              <a:rPr b="1" i="0" lang="es-419" sz="1500" u="none" cap="none" strike="noStrike">
                <a:solidFill>
                  <a:schemeClr val="lt1"/>
                </a:solidFill>
                <a:latin typeface="Roboto"/>
                <a:ea typeface="Roboto"/>
                <a:cs typeface="Roboto"/>
                <a:sym typeface="Roboto"/>
              </a:rPr>
              <a:t>Facilidad de mantenimiento</a:t>
            </a:r>
            <a:r>
              <a:rPr b="0" i="0" lang="es-419" sz="1500" u="none" cap="none" strike="noStrike">
                <a:solidFill>
                  <a:schemeClr val="lt1"/>
                </a:solidFill>
                <a:latin typeface="Roboto"/>
                <a:ea typeface="Roboto"/>
                <a:cs typeface="Roboto"/>
                <a:sym typeface="Roboto"/>
              </a:rPr>
              <a:t>: en algunos casos, el código recursivo puede ser más fácil de entender y mantener que su equivalente repetitivo.</a:t>
            </a:r>
            <a:endParaRPr b="0" i="0" sz="1500" u="none" cap="none" strike="noStrike">
              <a:solidFill>
                <a:schemeClr val="lt1"/>
              </a:solidFill>
              <a:latin typeface="Roboto"/>
              <a:ea typeface="Roboto"/>
              <a:cs typeface="Roboto"/>
              <a:sym typeface="Roboto"/>
            </a:endParaRPr>
          </a:p>
          <a:p>
            <a:pPr indent="0" lvl="0" marL="0" marR="0" rtl="0" algn="just">
              <a:lnSpc>
                <a:spcPct val="115000"/>
              </a:lnSpc>
              <a:spcBef>
                <a:spcPts val="1600"/>
              </a:spcBef>
              <a:spcAft>
                <a:spcPts val="1600"/>
              </a:spcAft>
              <a:buClr>
                <a:srgbClr val="000000"/>
              </a:buClr>
              <a:buSzPts val="2700"/>
              <a:buFont typeface="Arial"/>
              <a:buNone/>
            </a:pPr>
            <a:r>
              <a:t/>
            </a:r>
            <a:endParaRPr b="0" i="0" sz="2700" u="none" cap="none" strike="noStrike">
              <a:solidFill>
                <a:srgbClr val="1C4587"/>
              </a:solidFill>
              <a:latin typeface="Roboto"/>
              <a:ea typeface="Roboto"/>
              <a:cs typeface="Roboto"/>
              <a:sym typeface="Roboto"/>
            </a:endParaRPr>
          </a:p>
        </p:txBody>
      </p:sp>
      <p:sp>
        <p:nvSpPr>
          <p:cNvPr id="119" name="Google Shape;119;p10"/>
          <p:cNvSpPr txBox="1"/>
          <p:nvPr>
            <p:ph type="title"/>
          </p:nvPr>
        </p:nvSpPr>
        <p:spPr>
          <a:xfrm>
            <a:off x="311700" y="824250"/>
            <a:ext cx="8520600" cy="898500"/>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2800"/>
              <a:buNone/>
            </a:pPr>
            <a:r>
              <a:rPr lang="es-419"/>
              <a:t>Ventajas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11"/>
          <p:cNvSpPr txBox="1"/>
          <p:nvPr>
            <p:ph type="title"/>
          </p:nvPr>
        </p:nvSpPr>
        <p:spPr>
          <a:xfrm>
            <a:off x="311700" y="824250"/>
            <a:ext cx="8520600" cy="898500"/>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2800"/>
              <a:buNone/>
            </a:pPr>
            <a:r>
              <a:rPr lang="es-419"/>
              <a:t>Desventajas</a:t>
            </a:r>
            <a:endParaRPr/>
          </a:p>
        </p:txBody>
      </p:sp>
      <p:pic>
        <p:nvPicPr>
          <p:cNvPr id="125" name="Google Shape;125;p11"/>
          <p:cNvPicPr preferRelativeResize="0"/>
          <p:nvPr/>
        </p:nvPicPr>
        <p:blipFill rotWithShape="1">
          <a:blip r:embed="rId3">
            <a:alphaModFix/>
          </a:blip>
          <a:srcRect b="0" l="0" r="0" t="0"/>
          <a:stretch/>
        </p:blipFill>
        <p:spPr>
          <a:xfrm>
            <a:off x="311689" y="2243896"/>
            <a:ext cx="1290386" cy="1129228"/>
          </a:xfrm>
          <a:prstGeom prst="rect">
            <a:avLst/>
          </a:prstGeom>
          <a:noFill/>
          <a:ln cap="flat" cmpd="sng" w="28575">
            <a:solidFill>
              <a:srgbClr val="4A86E8"/>
            </a:solidFill>
            <a:prstDash val="solid"/>
            <a:round/>
            <a:headEnd len="sm" w="sm" type="none"/>
            <a:tailEnd len="sm" w="sm" type="none"/>
          </a:ln>
        </p:spPr>
      </p:pic>
      <p:sp>
        <p:nvSpPr>
          <p:cNvPr id="126" name="Google Shape;126;p11"/>
          <p:cNvSpPr txBox="1"/>
          <p:nvPr/>
        </p:nvSpPr>
        <p:spPr>
          <a:xfrm>
            <a:off x="1773000" y="1571225"/>
            <a:ext cx="7059300" cy="2631300"/>
          </a:xfrm>
          <a:prstGeom prst="rect">
            <a:avLst/>
          </a:prstGeom>
          <a:noFill/>
          <a:ln>
            <a:noFill/>
          </a:ln>
        </p:spPr>
        <p:txBody>
          <a:bodyPr anchorCtr="0" anchor="t" bIns="91425" lIns="91425" spcFirstLastPara="1" rIns="91425" wrap="square" tIns="91425">
            <a:noAutofit/>
          </a:bodyPr>
          <a:lstStyle/>
          <a:p>
            <a:pPr indent="-228600" lvl="0" marL="228600" marR="0" rtl="0" algn="l">
              <a:lnSpc>
                <a:spcPct val="115000"/>
              </a:lnSpc>
              <a:spcBef>
                <a:spcPts val="0"/>
              </a:spcBef>
              <a:spcAft>
                <a:spcPts val="0"/>
              </a:spcAft>
              <a:buClr>
                <a:schemeClr val="lt1"/>
              </a:buClr>
              <a:buSzPts val="1500"/>
              <a:buFont typeface="Roboto"/>
              <a:buChar char="●"/>
            </a:pPr>
            <a:r>
              <a:rPr b="1" i="0" lang="es-419" sz="1500" u="none" cap="none" strike="noStrike">
                <a:solidFill>
                  <a:schemeClr val="lt1"/>
                </a:solidFill>
                <a:latin typeface="Roboto"/>
                <a:ea typeface="Roboto"/>
                <a:cs typeface="Roboto"/>
                <a:sym typeface="Roboto"/>
              </a:rPr>
              <a:t>Consumo de memoria</a:t>
            </a:r>
            <a:r>
              <a:rPr b="0" i="0" lang="es-419" sz="1500" u="none" cap="none" strike="noStrike">
                <a:solidFill>
                  <a:schemeClr val="lt1"/>
                </a:solidFill>
                <a:latin typeface="Roboto"/>
                <a:ea typeface="Roboto"/>
                <a:cs typeface="Roboto"/>
                <a:sym typeface="Roboto"/>
              </a:rPr>
              <a:t>: cada llamada recursiva agrega una nueva instancia de la función a la pila de llamadas, esto puede consumir una cantidad significativa de memoria, especialmente para problemas con profundidad recursiva.</a:t>
            </a:r>
            <a:endParaRPr b="0" i="0" sz="1500" u="none" cap="none" strike="noStrike">
              <a:solidFill>
                <a:schemeClr val="lt1"/>
              </a:solidFill>
              <a:latin typeface="Roboto"/>
              <a:ea typeface="Roboto"/>
              <a:cs typeface="Roboto"/>
              <a:sym typeface="Roboto"/>
            </a:endParaRPr>
          </a:p>
          <a:p>
            <a:pPr indent="-228600" lvl="0" marL="228600" marR="0" rtl="0" algn="l">
              <a:lnSpc>
                <a:spcPct val="115000"/>
              </a:lnSpc>
              <a:spcBef>
                <a:spcPts val="0"/>
              </a:spcBef>
              <a:spcAft>
                <a:spcPts val="0"/>
              </a:spcAft>
              <a:buClr>
                <a:schemeClr val="lt1"/>
              </a:buClr>
              <a:buSzPts val="1500"/>
              <a:buFont typeface="Roboto"/>
              <a:buChar char="●"/>
            </a:pPr>
            <a:r>
              <a:rPr b="1" i="0" lang="es-419" sz="1500" u="none" cap="none" strike="noStrike">
                <a:solidFill>
                  <a:schemeClr val="lt1"/>
                </a:solidFill>
                <a:latin typeface="Roboto"/>
                <a:ea typeface="Roboto"/>
                <a:cs typeface="Roboto"/>
                <a:sym typeface="Roboto"/>
              </a:rPr>
              <a:t>Eficiencia</a:t>
            </a:r>
            <a:r>
              <a:rPr b="0" i="0" lang="es-419" sz="1500" u="none" cap="none" strike="noStrike">
                <a:solidFill>
                  <a:schemeClr val="lt1"/>
                </a:solidFill>
                <a:latin typeface="Roboto"/>
                <a:ea typeface="Roboto"/>
                <a:cs typeface="Roboto"/>
                <a:sym typeface="Roboto"/>
              </a:rPr>
              <a:t>: en general las funciones recursivas pueden ser menos eficientes que sus equivalentes iterativos debido al costo adicional de gestionar la pila de llamadas y la posibilidad de realizar cálculos redundantes.</a:t>
            </a:r>
            <a:endParaRPr b="0" i="0" sz="1500" u="none" cap="none" strike="noStrike">
              <a:solidFill>
                <a:schemeClr val="lt1"/>
              </a:solidFill>
              <a:latin typeface="Roboto"/>
              <a:ea typeface="Roboto"/>
              <a:cs typeface="Roboto"/>
              <a:sym typeface="Roboto"/>
            </a:endParaRPr>
          </a:p>
          <a:p>
            <a:pPr indent="-228600" lvl="0" marL="228600" marR="0" rtl="0" algn="l">
              <a:lnSpc>
                <a:spcPct val="115000"/>
              </a:lnSpc>
              <a:spcBef>
                <a:spcPts val="0"/>
              </a:spcBef>
              <a:spcAft>
                <a:spcPts val="0"/>
              </a:spcAft>
              <a:buClr>
                <a:schemeClr val="lt1"/>
              </a:buClr>
              <a:buSzPts val="1500"/>
              <a:buFont typeface="Roboto"/>
              <a:buChar char="●"/>
            </a:pPr>
            <a:r>
              <a:rPr b="1" i="0" lang="es-419" sz="1500" u="none" cap="none" strike="noStrike">
                <a:solidFill>
                  <a:schemeClr val="lt1"/>
                </a:solidFill>
                <a:latin typeface="Roboto"/>
                <a:ea typeface="Roboto"/>
                <a:cs typeface="Roboto"/>
                <a:sym typeface="Roboto"/>
              </a:rPr>
              <a:t>Límite de recursión</a:t>
            </a:r>
            <a:r>
              <a:rPr b="0" i="0" lang="es-419" sz="1500" u="none" cap="none" strike="noStrike">
                <a:solidFill>
                  <a:schemeClr val="lt1"/>
                </a:solidFill>
                <a:latin typeface="Roboto"/>
                <a:ea typeface="Roboto"/>
                <a:cs typeface="Roboto"/>
                <a:sym typeface="Roboto"/>
              </a:rPr>
              <a:t>: python tiene un límite en la profundidad de recursión, por lo que las funciones recursivas pueden no ser adecuadas para problemas con grandes profundidades recursivas.</a:t>
            </a:r>
            <a:endParaRPr b="0" i="0" sz="1500" u="none" cap="none" strike="noStrike">
              <a:solidFill>
                <a:schemeClr val="lt1"/>
              </a:solidFill>
              <a:latin typeface="Roboto"/>
              <a:ea typeface="Roboto"/>
              <a:cs typeface="Roboto"/>
              <a:sym typeface="Roboto"/>
            </a:endParaRPr>
          </a:p>
          <a:p>
            <a:pPr indent="0" lvl="0" marL="0" marR="0" rtl="0" algn="l">
              <a:lnSpc>
                <a:spcPct val="115000"/>
              </a:lnSpc>
              <a:spcBef>
                <a:spcPts val="1600"/>
              </a:spcBef>
              <a:spcAft>
                <a:spcPts val="1600"/>
              </a:spcAft>
              <a:buClr>
                <a:srgbClr val="000000"/>
              </a:buClr>
              <a:buSzPts val="2700"/>
              <a:buFont typeface="Arial"/>
              <a:buNone/>
            </a:pPr>
            <a:r>
              <a:t/>
            </a:r>
            <a:endParaRPr b="0" i="0" sz="2700" u="none" cap="none" strike="noStrike">
              <a:solidFill>
                <a:srgbClr val="1C4587"/>
              </a:solidFill>
              <a:latin typeface="Roboto"/>
              <a:ea typeface="Roboto"/>
              <a:cs typeface="Roboto"/>
              <a:sym typeface="Roboto"/>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