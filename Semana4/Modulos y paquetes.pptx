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Encode Sans"/>
      <p:regular r:id="rId26"/>
      <p:bold r:id="rId27"/>
    </p:embeddedFont>
    <p:embeddedFont>
      <p:font typeface="Montserrat"/>
      <p:regular r:id="rId28"/>
      <p:bold r:id="rId29"/>
      <p:italic r:id="rId30"/>
      <p:boldItalic r:id="rId31"/>
    </p:embeddedFont>
    <p:embeddedFont>
      <p:font typeface="Montserrat Light"/>
      <p:regular r:id="rId32"/>
      <p:bold r:id="rId33"/>
      <p:italic r:id="rId34"/>
      <p:boldItalic r:id="rId35"/>
    </p:embeddedFont>
    <p:embeddedFont>
      <p:font typeface="Encode Sans ExtraBold"/>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EncodeSans-regular.fntdata"/><Relationship Id="rId25" Type="http://schemas.openxmlformats.org/officeDocument/2006/relationships/font" Target="fonts/Roboto-boldItalic.fntdata"/><Relationship Id="rId28" Type="http://schemas.openxmlformats.org/officeDocument/2006/relationships/font" Target="fonts/Montserrat-regular.fntdata"/><Relationship Id="rId27" Type="http://schemas.openxmlformats.org/officeDocument/2006/relationships/font" Target="fonts/Encode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MontserratLight-bold.fntdata"/><Relationship Id="rId10" Type="http://schemas.openxmlformats.org/officeDocument/2006/relationships/slide" Target="slides/slide5.xml"/><Relationship Id="rId32" Type="http://schemas.openxmlformats.org/officeDocument/2006/relationships/font" Target="fonts/MontserratLight-regular.fntdata"/><Relationship Id="rId13" Type="http://schemas.openxmlformats.org/officeDocument/2006/relationships/slide" Target="slides/slide8.xml"/><Relationship Id="rId35" Type="http://schemas.openxmlformats.org/officeDocument/2006/relationships/font" Target="fonts/MontserratLight-boldItalic.fntdata"/><Relationship Id="rId12" Type="http://schemas.openxmlformats.org/officeDocument/2006/relationships/slide" Target="slides/slide7.xml"/><Relationship Id="rId34" Type="http://schemas.openxmlformats.org/officeDocument/2006/relationships/font" Target="fonts/MontserratLight-italic.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EncodeSansExtraBol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2208799c9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2208799c9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208799c9f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208799c9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208799c9f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208799c9f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208799c9f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208799c9f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208799c9f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208799c9f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208799c9f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208799c9f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208799c9f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208799c9f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208799c9f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208799c9f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208799c9f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208799c9f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208799c9f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208799c9f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208799c9f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208799c9f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208799c9f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208799c9f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208799c9f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208799c9f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208799c9f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208799c9f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208799c9f3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208799c9f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208799c9f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208799c9f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0" y="1197075"/>
            <a:ext cx="8520600" cy="1716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5200"/>
              <a:buFont typeface="Montserrat"/>
              <a:buNone/>
              <a:defRPr b="1" sz="5200">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311700" y="3307413"/>
            <a:ext cx="8520600" cy="792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2800"/>
              <a:buFont typeface="Montserrat"/>
              <a:buNone/>
              <a:defRPr sz="2800">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2"/>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1984800"/>
            <a:ext cx="8520600" cy="1173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Font typeface="Montserrat"/>
              <a:buNone/>
              <a:defRPr b="1" sz="36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993350"/>
            <a:ext cx="8520600" cy="975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Font typeface="Montserrat"/>
              <a:buNone/>
              <a:defRPr b="1">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969350"/>
            <a:ext cx="8520600" cy="2601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22" name="Google Shape;22;p4"/>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993350"/>
            <a:ext cx="8520600" cy="975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Font typeface="Montserrat"/>
              <a:buNone/>
              <a:defRPr b="1">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2054300"/>
            <a:ext cx="3999900" cy="2609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6" name="Google Shape;26;p5"/>
          <p:cNvSpPr txBox="1"/>
          <p:nvPr>
            <p:ph idx="2" type="body"/>
          </p:nvPr>
        </p:nvSpPr>
        <p:spPr>
          <a:xfrm>
            <a:off x="4832400" y="2054150"/>
            <a:ext cx="3999900" cy="2609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Encode Sans"/>
              <a:buChar char="●"/>
              <a:defRPr sz="1400">
                <a:latin typeface="Encode Sans"/>
                <a:ea typeface="Encode Sans"/>
                <a:cs typeface="Encode Sans"/>
                <a:sym typeface="Encode Sans"/>
              </a:defRPr>
            </a:lvl1pPr>
            <a:lvl2pPr indent="-304800" lvl="1" marL="914400">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27" name="Google Shape;27;p5"/>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993350"/>
            <a:ext cx="8520600" cy="975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Font typeface="Montserrat"/>
              <a:buNone/>
              <a:defRPr b="1">
                <a:latin typeface="Montserrat"/>
                <a:ea typeface="Montserrat"/>
                <a:cs typeface="Montserrat"/>
                <a:sym typeface="Montserrat"/>
              </a:defRPr>
            </a:lvl1pPr>
            <a:lvl2pPr lvl="1" algn="ctr">
              <a:spcBef>
                <a:spcPts val="0"/>
              </a:spcBef>
              <a:spcAft>
                <a:spcPts val="0"/>
              </a:spcAft>
              <a:buSzPts val="2800"/>
              <a:buFont typeface="Montserrat"/>
              <a:buNone/>
              <a:defRPr b="1">
                <a:latin typeface="Montserrat"/>
                <a:ea typeface="Montserrat"/>
                <a:cs typeface="Montserrat"/>
                <a:sym typeface="Montserrat"/>
              </a:defRPr>
            </a:lvl2pPr>
            <a:lvl3pPr lvl="2" algn="ctr">
              <a:spcBef>
                <a:spcPts val="0"/>
              </a:spcBef>
              <a:spcAft>
                <a:spcPts val="0"/>
              </a:spcAft>
              <a:buSzPts val="2800"/>
              <a:buFont typeface="Montserrat"/>
              <a:buNone/>
              <a:defRPr b="1">
                <a:latin typeface="Montserrat"/>
                <a:ea typeface="Montserrat"/>
                <a:cs typeface="Montserrat"/>
                <a:sym typeface="Montserrat"/>
              </a:defRPr>
            </a:lvl3pPr>
            <a:lvl4pPr lvl="3" algn="ctr">
              <a:spcBef>
                <a:spcPts val="0"/>
              </a:spcBef>
              <a:spcAft>
                <a:spcPts val="0"/>
              </a:spcAft>
              <a:buSzPts val="2800"/>
              <a:buFont typeface="Montserrat"/>
              <a:buNone/>
              <a:defRPr b="1">
                <a:latin typeface="Montserrat"/>
                <a:ea typeface="Montserrat"/>
                <a:cs typeface="Montserrat"/>
                <a:sym typeface="Montserrat"/>
              </a:defRPr>
            </a:lvl4pPr>
            <a:lvl5pPr lvl="4" algn="ctr">
              <a:spcBef>
                <a:spcPts val="0"/>
              </a:spcBef>
              <a:spcAft>
                <a:spcPts val="0"/>
              </a:spcAft>
              <a:buSzPts val="2800"/>
              <a:buFont typeface="Montserrat"/>
              <a:buNone/>
              <a:defRPr b="1">
                <a:latin typeface="Montserrat"/>
                <a:ea typeface="Montserrat"/>
                <a:cs typeface="Montserrat"/>
                <a:sym typeface="Montserrat"/>
              </a:defRPr>
            </a:lvl5pPr>
            <a:lvl6pPr lvl="5" algn="ctr">
              <a:spcBef>
                <a:spcPts val="0"/>
              </a:spcBef>
              <a:spcAft>
                <a:spcPts val="0"/>
              </a:spcAft>
              <a:buSzPts val="2800"/>
              <a:buFont typeface="Montserrat"/>
              <a:buNone/>
              <a:defRPr b="1">
                <a:latin typeface="Montserrat"/>
                <a:ea typeface="Montserrat"/>
                <a:cs typeface="Montserrat"/>
                <a:sym typeface="Montserrat"/>
              </a:defRPr>
            </a:lvl6pPr>
            <a:lvl7pPr lvl="6" algn="ctr">
              <a:spcBef>
                <a:spcPts val="0"/>
              </a:spcBef>
              <a:spcAft>
                <a:spcPts val="0"/>
              </a:spcAft>
              <a:buSzPts val="2800"/>
              <a:buFont typeface="Montserrat"/>
              <a:buNone/>
              <a:defRPr b="1">
                <a:latin typeface="Montserrat"/>
                <a:ea typeface="Montserrat"/>
                <a:cs typeface="Montserrat"/>
                <a:sym typeface="Montserrat"/>
              </a:defRPr>
            </a:lvl7pPr>
            <a:lvl8pPr lvl="7" algn="ctr">
              <a:spcBef>
                <a:spcPts val="0"/>
              </a:spcBef>
              <a:spcAft>
                <a:spcPts val="0"/>
              </a:spcAft>
              <a:buSzPts val="2800"/>
              <a:buFont typeface="Montserrat"/>
              <a:buNone/>
              <a:defRPr b="1">
                <a:latin typeface="Montserrat"/>
                <a:ea typeface="Montserrat"/>
                <a:cs typeface="Montserrat"/>
                <a:sym typeface="Montserrat"/>
              </a:defRPr>
            </a:lvl8pPr>
            <a:lvl9pPr lvl="8" algn="ctr">
              <a:spcBef>
                <a:spcPts val="0"/>
              </a:spcBef>
              <a:spcAft>
                <a:spcPts val="0"/>
              </a:spcAft>
              <a:buSzPts val="2800"/>
              <a:buFont typeface="Montserrat"/>
              <a:buNone/>
              <a:defRPr b="1">
                <a:latin typeface="Montserrat"/>
                <a:ea typeface="Montserrat"/>
                <a:cs typeface="Montserrat"/>
                <a:sym typeface="Montserrat"/>
              </a:defRPr>
            </a:lvl9pPr>
          </a:lstStyle>
          <a:p/>
        </p:txBody>
      </p:sp>
      <p:sp>
        <p:nvSpPr>
          <p:cNvPr id="30" name="Google Shape;30;p6"/>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1042600"/>
            <a:ext cx="2808000" cy="10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400"/>
              <a:buFont typeface="Montserrat"/>
              <a:buNone/>
              <a:defRPr b="1" sz="2400">
                <a:latin typeface="Montserrat"/>
                <a:ea typeface="Montserrat"/>
                <a:cs typeface="Montserrat"/>
                <a:sym typeface="Montserrat"/>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82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Encode Sans"/>
              <a:buChar char="●"/>
              <a:defRPr sz="1200">
                <a:latin typeface="Encode Sans"/>
                <a:ea typeface="Encode Sans"/>
                <a:cs typeface="Encode Sans"/>
                <a:sym typeface="Encode Sans"/>
              </a:defRPr>
            </a:lvl1pPr>
            <a:lvl2pPr indent="-304800" lvl="1" marL="914400">
              <a:spcBef>
                <a:spcPts val="0"/>
              </a:spcBef>
              <a:spcAft>
                <a:spcPts val="0"/>
              </a:spcAft>
              <a:buSzPts val="1200"/>
              <a:buFont typeface="Encode Sans"/>
              <a:buChar char="○"/>
              <a:defRPr sz="1200">
                <a:latin typeface="Encode Sans"/>
                <a:ea typeface="Encode Sans"/>
                <a:cs typeface="Encode Sans"/>
                <a:sym typeface="Encode Sans"/>
              </a:defRPr>
            </a:lvl2pPr>
            <a:lvl3pPr indent="-304800" lvl="2" marL="1371600">
              <a:spcBef>
                <a:spcPts val="0"/>
              </a:spcBef>
              <a:spcAft>
                <a:spcPts val="0"/>
              </a:spcAft>
              <a:buSzPts val="1200"/>
              <a:buFont typeface="Encode Sans"/>
              <a:buChar char="■"/>
              <a:defRPr sz="1200">
                <a:latin typeface="Encode Sans"/>
                <a:ea typeface="Encode Sans"/>
                <a:cs typeface="Encode Sans"/>
                <a:sym typeface="Encode Sans"/>
              </a:defRPr>
            </a:lvl3pPr>
            <a:lvl4pPr indent="-304800" lvl="3" marL="1828800">
              <a:spcBef>
                <a:spcPts val="0"/>
              </a:spcBef>
              <a:spcAft>
                <a:spcPts val="0"/>
              </a:spcAft>
              <a:buSzPts val="1200"/>
              <a:buFont typeface="Encode Sans"/>
              <a:buChar char="●"/>
              <a:defRPr sz="1200">
                <a:latin typeface="Encode Sans"/>
                <a:ea typeface="Encode Sans"/>
                <a:cs typeface="Encode Sans"/>
                <a:sym typeface="Encode Sans"/>
              </a:defRPr>
            </a:lvl4pPr>
            <a:lvl5pPr indent="-304800" lvl="4" marL="2286000">
              <a:spcBef>
                <a:spcPts val="0"/>
              </a:spcBef>
              <a:spcAft>
                <a:spcPts val="0"/>
              </a:spcAft>
              <a:buSzPts val="1200"/>
              <a:buFont typeface="Encode Sans"/>
              <a:buChar char="○"/>
              <a:defRPr sz="1200">
                <a:latin typeface="Encode Sans"/>
                <a:ea typeface="Encode Sans"/>
                <a:cs typeface="Encode Sans"/>
                <a:sym typeface="Encode Sans"/>
              </a:defRPr>
            </a:lvl5pPr>
            <a:lvl6pPr indent="-304800" lvl="5" marL="2743200">
              <a:spcBef>
                <a:spcPts val="0"/>
              </a:spcBef>
              <a:spcAft>
                <a:spcPts val="0"/>
              </a:spcAft>
              <a:buSzPts val="1200"/>
              <a:buFont typeface="Encode Sans"/>
              <a:buChar char="■"/>
              <a:defRPr sz="1200">
                <a:latin typeface="Encode Sans"/>
                <a:ea typeface="Encode Sans"/>
                <a:cs typeface="Encode Sans"/>
                <a:sym typeface="Encode Sans"/>
              </a:defRPr>
            </a:lvl6pPr>
            <a:lvl7pPr indent="-304800" lvl="6" marL="3200400">
              <a:spcBef>
                <a:spcPts val="0"/>
              </a:spcBef>
              <a:spcAft>
                <a:spcPts val="0"/>
              </a:spcAft>
              <a:buSzPts val="1200"/>
              <a:buFont typeface="Encode Sans"/>
              <a:buChar char="●"/>
              <a:defRPr sz="1200">
                <a:latin typeface="Encode Sans"/>
                <a:ea typeface="Encode Sans"/>
                <a:cs typeface="Encode Sans"/>
                <a:sym typeface="Encode Sans"/>
              </a:defRPr>
            </a:lvl7pPr>
            <a:lvl8pPr indent="-304800" lvl="7" marL="3657600">
              <a:spcBef>
                <a:spcPts val="0"/>
              </a:spcBef>
              <a:spcAft>
                <a:spcPts val="0"/>
              </a:spcAft>
              <a:buSzPts val="1200"/>
              <a:buFont typeface="Encode Sans"/>
              <a:buChar char="○"/>
              <a:defRPr sz="1200">
                <a:latin typeface="Encode Sans"/>
                <a:ea typeface="Encode Sans"/>
                <a:cs typeface="Encode Sans"/>
                <a:sym typeface="Encode Sans"/>
              </a:defRPr>
            </a:lvl8pPr>
            <a:lvl9pPr indent="-304800" lvl="8" marL="4114800">
              <a:spcBef>
                <a:spcPts val="0"/>
              </a:spcBef>
              <a:spcAft>
                <a:spcPts val="0"/>
              </a:spcAft>
              <a:buSzPts val="1200"/>
              <a:buFont typeface="Encode Sans"/>
              <a:buChar char="■"/>
              <a:defRPr sz="1200">
                <a:latin typeface="Encode Sans"/>
                <a:ea typeface="Encode Sans"/>
                <a:cs typeface="Encode Sans"/>
                <a:sym typeface="Encode Sans"/>
              </a:defRPr>
            </a:lvl9pPr>
          </a:lstStyle>
          <a:p/>
        </p:txBody>
      </p:sp>
      <p:sp>
        <p:nvSpPr>
          <p:cNvPr id="34" name="Google Shape;34;p7"/>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8"/>
          <p:cNvSpPr txBox="1"/>
          <p:nvPr>
            <p:ph type="title"/>
          </p:nvPr>
        </p:nvSpPr>
        <p:spPr>
          <a:xfrm>
            <a:off x="490250" y="973100"/>
            <a:ext cx="6367800" cy="3382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Montserrat"/>
              <a:buNone/>
              <a:defRPr b="1" sz="4800">
                <a:latin typeface="Montserrat"/>
                <a:ea typeface="Montserrat"/>
                <a:cs typeface="Montserrat"/>
                <a:sym typeface="Montserrat"/>
              </a:defRPr>
            </a:lvl1pPr>
            <a:lvl2pPr lvl="1">
              <a:spcBef>
                <a:spcPts val="0"/>
              </a:spcBef>
              <a:spcAft>
                <a:spcPts val="0"/>
              </a:spcAft>
              <a:buSzPts val="4800"/>
              <a:buFont typeface="Montserrat"/>
              <a:buNone/>
              <a:defRPr b="1" sz="4800">
                <a:latin typeface="Montserrat"/>
                <a:ea typeface="Montserrat"/>
                <a:cs typeface="Montserrat"/>
                <a:sym typeface="Montserrat"/>
              </a:defRPr>
            </a:lvl2pPr>
            <a:lvl3pPr lvl="2">
              <a:spcBef>
                <a:spcPts val="0"/>
              </a:spcBef>
              <a:spcAft>
                <a:spcPts val="0"/>
              </a:spcAft>
              <a:buSzPts val="4800"/>
              <a:buFont typeface="Montserrat"/>
              <a:buNone/>
              <a:defRPr b="1" sz="4800">
                <a:latin typeface="Montserrat"/>
                <a:ea typeface="Montserrat"/>
                <a:cs typeface="Montserrat"/>
                <a:sym typeface="Montserrat"/>
              </a:defRPr>
            </a:lvl3pPr>
            <a:lvl4pPr lvl="3">
              <a:spcBef>
                <a:spcPts val="0"/>
              </a:spcBef>
              <a:spcAft>
                <a:spcPts val="0"/>
              </a:spcAft>
              <a:buSzPts val="4800"/>
              <a:buFont typeface="Montserrat"/>
              <a:buNone/>
              <a:defRPr b="1" sz="4800">
                <a:latin typeface="Montserrat"/>
                <a:ea typeface="Montserrat"/>
                <a:cs typeface="Montserrat"/>
                <a:sym typeface="Montserrat"/>
              </a:defRPr>
            </a:lvl4pPr>
            <a:lvl5pPr lvl="4">
              <a:spcBef>
                <a:spcPts val="0"/>
              </a:spcBef>
              <a:spcAft>
                <a:spcPts val="0"/>
              </a:spcAft>
              <a:buSzPts val="4800"/>
              <a:buFont typeface="Montserrat"/>
              <a:buNone/>
              <a:defRPr b="1" sz="4800">
                <a:latin typeface="Montserrat"/>
                <a:ea typeface="Montserrat"/>
                <a:cs typeface="Montserrat"/>
                <a:sym typeface="Montserrat"/>
              </a:defRPr>
            </a:lvl5pPr>
            <a:lvl6pPr lvl="5">
              <a:spcBef>
                <a:spcPts val="0"/>
              </a:spcBef>
              <a:spcAft>
                <a:spcPts val="0"/>
              </a:spcAft>
              <a:buSzPts val="4800"/>
              <a:buFont typeface="Montserrat"/>
              <a:buNone/>
              <a:defRPr b="1" sz="4800">
                <a:latin typeface="Montserrat"/>
                <a:ea typeface="Montserrat"/>
                <a:cs typeface="Montserrat"/>
                <a:sym typeface="Montserrat"/>
              </a:defRPr>
            </a:lvl6pPr>
            <a:lvl7pPr lvl="6">
              <a:spcBef>
                <a:spcPts val="0"/>
              </a:spcBef>
              <a:spcAft>
                <a:spcPts val="0"/>
              </a:spcAft>
              <a:buSzPts val="4800"/>
              <a:buFont typeface="Montserrat"/>
              <a:buNone/>
              <a:defRPr b="1" sz="4800">
                <a:latin typeface="Montserrat"/>
                <a:ea typeface="Montserrat"/>
                <a:cs typeface="Montserrat"/>
                <a:sym typeface="Montserrat"/>
              </a:defRPr>
            </a:lvl7pPr>
            <a:lvl8pPr lvl="7">
              <a:spcBef>
                <a:spcPts val="0"/>
              </a:spcBef>
              <a:spcAft>
                <a:spcPts val="0"/>
              </a:spcAft>
              <a:buSzPts val="4800"/>
              <a:buFont typeface="Montserrat"/>
              <a:buNone/>
              <a:defRPr b="1" sz="4800">
                <a:latin typeface="Montserrat"/>
                <a:ea typeface="Montserrat"/>
                <a:cs typeface="Montserrat"/>
                <a:sym typeface="Montserrat"/>
              </a:defRPr>
            </a:lvl8pPr>
            <a:lvl9pPr lvl="8">
              <a:spcBef>
                <a:spcPts val="0"/>
              </a:spcBef>
              <a:spcAft>
                <a:spcPts val="0"/>
              </a:spcAft>
              <a:buSzPts val="4800"/>
              <a:buFont typeface="Montserrat"/>
              <a:buNone/>
              <a:defRPr b="1" sz="4800">
                <a:latin typeface="Montserrat"/>
                <a:ea typeface="Montserrat"/>
                <a:cs typeface="Montserrat"/>
                <a:sym typeface="Montserrat"/>
              </a:defRPr>
            </a:lvl9pPr>
          </a:lstStyle>
          <a:p/>
        </p:txBody>
      </p:sp>
      <p:sp>
        <p:nvSpPr>
          <p:cNvPr id="37" name="Google Shape;37;p8"/>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txBox="1"/>
          <p:nvPr>
            <p:ph type="title"/>
          </p:nvPr>
        </p:nvSpPr>
        <p:spPr>
          <a:xfrm>
            <a:off x="265500" y="1073500"/>
            <a:ext cx="4045200" cy="1729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Encode Sans"/>
              <a:buNone/>
              <a:defRPr b="1" sz="4200">
                <a:latin typeface="Encode Sans"/>
                <a:ea typeface="Encode Sans"/>
                <a:cs typeface="Encode Sans"/>
                <a:sym typeface="Encode Sans"/>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 name="Google Shape;41;p9"/>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Font typeface="Encode Sans"/>
              <a:buChar char="●"/>
              <a:defRPr>
                <a:solidFill>
                  <a:schemeClr val="dk1"/>
                </a:solidFill>
                <a:latin typeface="Encode Sans"/>
                <a:ea typeface="Encode Sans"/>
                <a:cs typeface="Encode Sans"/>
                <a:sym typeface="Encode Sans"/>
              </a:defRPr>
            </a:lvl1pPr>
            <a:lvl2pPr indent="-317500" lvl="1" marL="9144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indent="-317500" lvl="2" marL="13716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indent="-317500" lvl="3" marL="18288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indent="-317500" lvl="4" marL="22860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indent="-317500" lvl="5" marL="27432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indent="-317500" lvl="6" marL="32004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indent="-317500" lvl="7" marL="36576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indent="-317500" lvl="8" marL="4114800">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p:txBody>
      </p:sp>
      <p:sp>
        <p:nvSpPr>
          <p:cNvPr id="43" name="Google Shape;43;p9"/>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49125" y="4179425"/>
            <a:ext cx="56349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Montserrat"/>
              <a:buNone/>
              <a:defRPr>
                <a:latin typeface="Montserrat"/>
                <a:ea typeface="Montserrat"/>
                <a:cs typeface="Montserrat"/>
                <a:sym typeface="Montserrat"/>
              </a:defRPr>
            </a:lvl1pPr>
          </a:lstStyle>
          <a:p/>
        </p:txBody>
      </p:sp>
      <p:sp>
        <p:nvSpPr>
          <p:cNvPr id="46" name="Google Shape;46;p10"/>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1pPr>
            <a:lvl2pPr lvl="1"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2pPr>
            <a:lvl3pPr lvl="2"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3pPr>
            <a:lvl4pPr lvl="3"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4pPr>
            <a:lvl5pPr lvl="4"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5pPr>
            <a:lvl6pPr lvl="5"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6pPr>
            <a:lvl7pPr lvl="6"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7pPr>
            <a:lvl8pPr lvl="7"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8pPr>
            <a:lvl9pPr lvl="8" algn="ctr">
              <a:spcBef>
                <a:spcPts val="0"/>
              </a:spcBef>
              <a:spcAft>
                <a:spcPts val="0"/>
              </a:spcAft>
              <a:buSzPts val="12000"/>
              <a:buFont typeface="Encode Sans ExtraBold"/>
              <a:buNone/>
              <a:defRPr sz="12000">
                <a:latin typeface="Encode Sans ExtraBold"/>
                <a:ea typeface="Encode Sans ExtraBold"/>
                <a:cs typeface="Encode Sans ExtraBold"/>
                <a:sym typeface="Encode Sans ExtraBold"/>
              </a:defRPr>
            </a:lvl9pPr>
          </a:lstStyle>
          <a:p>
            <a:r>
              <a:t>xx%</a:t>
            </a:r>
          </a:p>
        </p:txBody>
      </p:sp>
      <p:sp>
        <p:nvSpPr>
          <p:cNvPr id="49" name="Google Shape;49;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Encode Sans"/>
              <a:buChar char="●"/>
              <a:defRPr>
                <a:latin typeface="Encode Sans"/>
                <a:ea typeface="Encode Sans"/>
                <a:cs typeface="Encode Sans"/>
                <a:sym typeface="Encode Sans"/>
              </a:defRPr>
            </a:lvl1pPr>
            <a:lvl2pPr indent="-317500" lvl="1" marL="914400" algn="ctr">
              <a:spcBef>
                <a:spcPts val="0"/>
              </a:spcBef>
              <a:spcAft>
                <a:spcPts val="0"/>
              </a:spcAft>
              <a:buSzPts val="1400"/>
              <a:buFont typeface="Encode Sans"/>
              <a:buChar char="○"/>
              <a:defRPr>
                <a:latin typeface="Encode Sans"/>
                <a:ea typeface="Encode Sans"/>
                <a:cs typeface="Encode Sans"/>
                <a:sym typeface="Encode Sans"/>
              </a:defRPr>
            </a:lvl2pPr>
            <a:lvl3pPr indent="-317500" lvl="2" marL="1371600" algn="ctr">
              <a:spcBef>
                <a:spcPts val="0"/>
              </a:spcBef>
              <a:spcAft>
                <a:spcPts val="0"/>
              </a:spcAft>
              <a:buSzPts val="1400"/>
              <a:buFont typeface="Encode Sans"/>
              <a:buChar char="■"/>
              <a:defRPr>
                <a:latin typeface="Encode Sans"/>
                <a:ea typeface="Encode Sans"/>
                <a:cs typeface="Encode Sans"/>
                <a:sym typeface="Encode Sans"/>
              </a:defRPr>
            </a:lvl3pPr>
            <a:lvl4pPr indent="-317500" lvl="3" marL="1828800" algn="ctr">
              <a:spcBef>
                <a:spcPts val="0"/>
              </a:spcBef>
              <a:spcAft>
                <a:spcPts val="0"/>
              </a:spcAft>
              <a:buSzPts val="1400"/>
              <a:buFont typeface="Encode Sans"/>
              <a:buChar char="●"/>
              <a:defRPr>
                <a:latin typeface="Encode Sans"/>
                <a:ea typeface="Encode Sans"/>
                <a:cs typeface="Encode Sans"/>
                <a:sym typeface="Encode Sans"/>
              </a:defRPr>
            </a:lvl4pPr>
            <a:lvl5pPr indent="-317500" lvl="4" marL="2286000" algn="ctr">
              <a:spcBef>
                <a:spcPts val="0"/>
              </a:spcBef>
              <a:spcAft>
                <a:spcPts val="0"/>
              </a:spcAft>
              <a:buSzPts val="1400"/>
              <a:buFont typeface="Encode Sans"/>
              <a:buChar char="○"/>
              <a:defRPr>
                <a:latin typeface="Encode Sans"/>
                <a:ea typeface="Encode Sans"/>
                <a:cs typeface="Encode Sans"/>
                <a:sym typeface="Encode Sans"/>
              </a:defRPr>
            </a:lvl5pPr>
            <a:lvl6pPr indent="-317500" lvl="5" marL="2743200" algn="ctr">
              <a:spcBef>
                <a:spcPts val="0"/>
              </a:spcBef>
              <a:spcAft>
                <a:spcPts val="0"/>
              </a:spcAft>
              <a:buSzPts val="1400"/>
              <a:buFont typeface="Encode Sans"/>
              <a:buChar char="■"/>
              <a:defRPr>
                <a:latin typeface="Encode Sans"/>
                <a:ea typeface="Encode Sans"/>
                <a:cs typeface="Encode Sans"/>
                <a:sym typeface="Encode Sans"/>
              </a:defRPr>
            </a:lvl6pPr>
            <a:lvl7pPr indent="-317500" lvl="6" marL="3200400" algn="ctr">
              <a:spcBef>
                <a:spcPts val="0"/>
              </a:spcBef>
              <a:spcAft>
                <a:spcPts val="0"/>
              </a:spcAft>
              <a:buSzPts val="1400"/>
              <a:buFont typeface="Encode Sans"/>
              <a:buChar char="●"/>
              <a:defRPr>
                <a:latin typeface="Encode Sans"/>
                <a:ea typeface="Encode Sans"/>
                <a:cs typeface="Encode Sans"/>
                <a:sym typeface="Encode Sans"/>
              </a:defRPr>
            </a:lvl7pPr>
            <a:lvl8pPr indent="-317500" lvl="7" marL="3657600" algn="ctr">
              <a:spcBef>
                <a:spcPts val="0"/>
              </a:spcBef>
              <a:spcAft>
                <a:spcPts val="0"/>
              </a:spcAft>
              <a:buSzPts val="1400"/>
              <a:buFont typeface="Encode Sans"/>
              <a:buChar char="○"/>
              <a:defRPr>
                <a:latin typeface="Encode Sans"/>
                <a:ea typeface="Encode Sans"/>
                <a:cs typeface="Encode Sans"/>
                <a:sym typeface="Encode Sans"/>
              </a:defRPr>
            </a:lvl8pPr>
            <a:lvl9pPr indent="-317500" lvl="8" marL="4114800" algn="ctr">
              <a:spcBef>
                <a:spcPts val="0"/>
              </a:spcBef>
              <a:spcAft>
                <a:spcPts val="0"/>
              </a:spcAft>
              <a:buSzPts val="1400"/>
              <a:buFont typeface="Encode Sans"/>
              <a:buChar char="■"/>
              <a:defRPr>
                <a:latin typeface="Encode Sans"/>
                <a:ea typeface="Encode Sans"/>
                <a:cs typeface="Encode Sans"/>
                <a:sym typeface="Encode Sans"/>
              </a:defRPr>
            </a:lvl9pPr>
          </a:lstStyle>
          <a:p/>
        </p:txBody>
      </p:sp>
      <p:sp>
        <p:nvSpPr>
          <p:cNvPr id="50" name="Google Shape;50;p11"/>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1020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993350"/>
            <a:ext cx="8520600" cy="975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2800"/>
              <a:buFont typeface="Montserrat"/>
              <a:buNone/>
              <a:defRPr b="1" sz="2800">
                <a:solidFill>
                  <a:srgbClr val="FFFFFF"/>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969350"/>
            <a:ext cx="8520600" cy="26013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FFFFFF"/>
              </a:buClr>
              <a:buSzPts val="1800"/>
              <a:buFont typeface="Encode Sans"/>
              <a:buChar char="●"/>
              <a:defRPr sz="1800">
                <a:solidFill>
                  <a:srgbClr val="FFFFFF"/>
                </a:solidFill>
                <a:latin typeface="Encode Sans"/>
                <a:ea typeface="Encode Sans"/>
                <a:cs typeface="Encode Sans"/>
                <a:sym typeface="Encode Sans"/>
              </a:defRPr>
            </a:lvl1pPr>
            <a:lvl2pPr indent="-317500" lvl="1" marL="9144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2pPr>
            <a:lvl3pPr indent="-317500" lvl="2" marL="13716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3pPr>
            <a:lvl4pPr indent="-317500" lvl="3" marL="18288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4pPr>
            <a:lvl5pPr indent="-317500" lvl="4" marL="22860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5pPr>
            <a:lvl6pPr indent="-317500" lvl="5" marL="27432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6pPr>
            <a:lvl7pPr indent="-317500" lvl="6" marL="32004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7pPr>
            <a:lvl8pPr indent="-317500" lvl="7" marL="36576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8pPr>
            <a:lvl9pPr indent="-317500" lvl="8" marL="4114800">
              <a:lnSpc>
                <a:spcPct val="115000"/>
              </a:lnSpc>
              <a:spcBef>
                <a:spcPts val="0"/>
              </a:spcBef>
              <a:spcAft>
                <a:spcPts val="0"/>
              </a:spcAft>
              <a:buClr>
                <a:srgbClr val="FFFFFF"/>
              </a:buClr>
              <a:buSzPts val="1400"/>
              <a:buFont typeface="Encode Sans"/>
              <a:buChar char="■"/>
              <a:defRPr>
                <a:solidFill>
                  <a:srgbClr val="FFFFFF"/>
                </a:solidFill>
                <a:latin typeface="Encode Sans"/>
                <a:ea typeface="Encode Sans"/>
                <a:cs typeface="Encode Sans"/>
                <a:sym typeface="Encode Sans"/>
              </a:defRPr>
            </a:lvl9pPr>
          </a:lstStyle>
          <a:p/>
        </p:txBody>
      </p:sp>
      <p:sp>
        <p:nvSpPr>
          <p:cNvPr id="8" name="Google Shape;8;p1"/>
          <p:cNvSpPr txBox="1"/>
          <p:nvPr/>
        </p:nvSpPr>
        <p:spPr>
          <a:xfrm>
            <a:off x="1668175" y="84975"/>
            <a:ext cx="7475700" cy="278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800">
                <a:solidFill>
                  <a:srgbClr val="FFFFFF"/>
                </a:solidFill>
                <a:latin typeface="Montserrat Light"/>
                <a:ea typeface="Montserrat Light"/>
                <a:cs typeface="Montserrat Light"/>
                <a:sym typeface="Montserrat Light"/>
              </a:rPr>
              <a:t>Programación I</a:t>
            </a:r>
            <a:endParaRPr sz="1800">
              <a:solidFill>
                <a:srgbClr val="FFFFFF"/>
              </a:solidFill>
              <a:latin typeface="Montserrat Light"/>
              <a:ea typeface="Montserrat Light"/>
              <a:cs typeface="Montserrat Light"/>
              <a:sym typeface="Montserrat Light"/>
            </a:endParaRPr>
          </a:p>
        </p:txBody>
      </p:sp>
      <p:sp>
        <p:nvSpPr>
          <p:cNvPr id="9" name="Google Shape;9;p1"/>
          <p:cNvSpPr txBox="1"/>
          <p:nvPr/>
        </p:nvSpPr>
        <p:spPr>
          <a:xfrm>
            <a:off x="1668175" y="654446"/>
            <a:ext cx="7475700" cy="278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500">
                <a:solidFill>
                  <a:srgbClr val="FFFFFF"/>
                </a:solidFill>
                <a:latin typeface="Montserrat Light"/>
                <a:ea typeface="Montserrat Light"/>
                <a:cs typeface="Montserrat Light"/>
                <a:sym typeface="Montserrat Light"/>
              </a:rPr>
              <a:t>Módulos y paquetes</a:t>
            </a:r>
            <a:endParaRPr sz="1500">
              <a:solidFill>
                <a:srgbClr val="FFFFFF"/>
              </a:solidFill>
              <a:latin typeface="Montserrat Light"/>
              <a:ea typeface="Montserrat Light"/>
              <a:cs typeface="Montserrat Light"/>
              <a:sym typeface="Montserrat Light"/>
            </a:endParaRPr>
          </a:p>
        </p:txBody>
      </p:sp>
      <p:sp>
        <p:nvSpPr>
          <p:cNvPr id="10" name="Google Shape;10;p1"/>
          <p:cNvSpPr txBox="1"/>
          <p:nvPr/>
        </p:nvSpPr>
        <p:spPr>
          <a:xfrm>
            <a:off x="1668175" y="370798"/>
            <a:ext cx="7475700" cy="278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800">
                <a:solidFill>
                  <a:srgbClr val="FFFFFF"/>
                </a:solidFill>
                <a:latin typeface="Montserrat Light"/>
                <a:ea typeface="Montserrat Light"/>
                <a:cs typeface="Montserrat Light"/>
                <a:sym typeface="Montserrat Light"/>
              </a:rPr>
              <a:t>Scarafilo Germán</a:t>
            </a:r>
            <a:endParaRPr sz="800">
              <a:solidFill>
                <a:srgbClr val="FFFFFF"/>
              </a:solidFill>
              <a:latin typeface="Montserrat Light"/>
              <a:ea typeface="Montserrat Light"/>
              <a:cs typeface="Montserrat Light"/>
              <a:sym typeface="Montserrat Light"/>
            </a:endParaRPr>
          </a:p>
        </p:txBody>
      </p:sp>
      <p:sp>
        <p:nvSpPr>
          <p:cNvPr id="11" name="Google Shape;11;p1"/>
          <p:cNvSpPr txBox="1"/>
          <p:nvPr>
            <p:ph idx="12" type="sldNum"/>
          </p:nvPr>
        </p:nvSpPr>
        <p:spPr>
          <a:xfrm>
            <a:off x="8472458" y="4610203"/>
            <a:ext cx="548700" cy="393600"/>
          </a:xfrm>
          <a:prstGeom prst="rect">
            <a:avLst/>
          </a:prstGeom>
          <a:noFill/>
          <a:ln>
            <a:noFill/>
          </a:ln>
        </p:spPr>
        <p:txBody>
          <a:bodyPr anchorCtr="0" anchor="ctr" bIns="91425" lIns="91425" spcFirstLastPara="1" rIns="91425" wrap="square" tIns="91425">
            <a:noAutofit/>
          </a:bodyPr>
          <a:lstStyle>
            <a:lvl1pPr lvl="0" algn="r">
              <a:buNone/>
              <a:defRPr b="1" sz="1600">
                <a:solidFill>
                  <a:srgbClr val="FFFFFF"/>
                </a:solidFill>
                <a:latin typeface="Montserrat"/>
                <a:ea typeface="Montserrat"/>
                <a:cs typeface="Montserrat"/>
                <a:sym typeface="Montserrat"/>
              </a:defRPr>
            </a:lvl1pPr>
            <a:lvl2pPr lvl="1" algn="r">
              <a:buNone/>
              <a:defRPr b="1" sz="1600">
                <a:solidFill>
                  <a:srgbClr val="FFFFFF"/>
                </a:solidFill>
                <a:latin typeface="Montserrat"/>
                <a:ea typeface="Montserrat"/>
                <a:cs typeface="Montserrat"/>
                <a:sym typeface="Montserrat"/>
              </a:defRPr>
            </a:lvl2pPr>
            <a:lvl3pPr lvl="2" algn="r">
              <a:buNone/>
              <a:defRPr b="1" sz="1600">
                <a:solidFill>
                  <a:srgbClr val="FFFFFF"/>
                </a:solidFill>
                <a:latin typeface="Montserrat"/>
                <a:ea typeface="Montserrat"/>
                <a:cs typeface="Montserrat"/>
                <a:sym typeface="Montserrat"/>
              </a:defRPr>
            </a:lvl3pPr>
            <a:lvl4pPr lvl="3" algn="r">
              <a:buNone/>
              <a:defRPr b="1" sz="1600">
                <a:solidFill>
                  <a:srgbClr val="FFFFFF"/>
                </a:solidFill>
                <a:latin typeface="Montserrat"/>
                <a:ea typeface="Montserrat"/>
                <a:cs typeface="Montserrat"/>
                <a:sym typeface="Montserrat"/>
              </a:defRPr>
            </a:lvl4pPr>
            <a:lvl5pPr lvl="4" algn="r">
              <a:buNone/>
              <a:defRPr b="1" sz="1600">
                <a:solidFill>
                  <a:srgbClr val="FFFFFF"/>
                </a:solidFill>
                <a:latin typeface="Montserrat"/>
                <a:ea typeface="Montserrat"/>
                <a:cs typeface="Montserrat"/>
                <a:sym typeface="Montserrat"/>
              </a:defRPr>
            </a:lvl5pPr>
            <a:lvl6pPr lvl="5" algn="r">
              <a:buNone/>
              <a:defRPr b="1" sz="1600">
                <a:solidFill>
                  <a:srgbClr val="FFFFFF"/>
                </a:solidFill>
                <a:latin typeface="Montserrat"/>
                <a:ea typeface="Montserrat"/>
                <a:cs typeface="Montserrat"/>
                <a:sym typeface="Montserrat"/>
              </a:defRPr>
            </a:lvl6pPr>
            <a:lvl7pPr lvl="6" algn="r">
              <a:buNone/>
              <a:defRPr b="1" sz="1600">
                <a:solidFill>
                  <a:srgbClr val="FFFFFF"/>
                </a:solidFill>
                <a:latin typeface="Montserrat"/>
                <a:ea typeface="Montserrat"/>
                <a:cs typeface="Montserrat"/>
                <a:sym typeface="Montserrat"/>
              </a:defRPr>
            </a:lvl7pPr>
            <a:lvl8pPr lvl="7" algn="r">
              <a:buNone/>
              <a:defRPr b="1" sz="1600">
                <a:solidFill>
                  <a:srgbClr val="FFFFFF"/>
                </a:solidFill>
                <a:latin typeface="Montserrat"/>
                <a:ea typeface="Montserrat"/>
                <a:cs typeface="Montserrat"/>
                <a:sym typeface="Montserrat"/>
              </a:defRPr>
            </a:lvl8pPr>
            <a:lvl9pPr lvl="8" algn="r">
              <a:buNone/>
              <a:defRPr b="1" sz="1600">
                <a:solidFill>
                  <a:srgbClr val="FFFFFF"/>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docs.python.org/es/3/library/index.html" TargetMode="Externa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0" Type="http://schemas.openxmlformats.org/officeDocument/2006/relationships/hyperlink" Target="https://recursospython.com/guias-y-manuales/instalacion-y-utilizacion-de-pip-en-windows-linux-y-os-x/" TargetMode="External"/><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26.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18.png"/><Relationship Id="rId8"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idx="1" type="subTitle"/>
          </p:nvPr>
        </p:nvSpPr>
        <p:spPr>
          <a:xfrm>
            <a:off x="-353350" y="1960525"/>
            <a:ext cx="5220000" cy="162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3700"/>
              <a:t>Módulos</a:t>
            </a:r>
            <a:r>
              <a:rPr b="1" lang="es-419" sz="3700"/>
              <a:t> </a:t>
            </a:r>
            <a:endParaRPr b="1" sz="3700"/>
          </a:p>
          <a:p>
            <a:pPr indent="0" lvl="0" marL="0" rtl="0" algn="ctr">
              <a:spcBef>
                <a:spcPts val="0"/>
              </a:spcBef>
              <a:spcAft>
                <a:spcPts val="0"/>
              </a:spcAft>
              <a:buNone/>
            </a:pPr>
            <a:r>
              <a:rPr b="1" lang="es-419" sz="3700"/>
              <a:t>y</a:t>
            </a:r>
            <a:endParaRPr b="1" sz="3700"/>
          </a:p>
          <a:p>
            <a:pPr indent="0" lvl="0" marL="0" rtl="0" algn="ctr">
              <a:spcBef>
                <a:spcPts val="0"/>
              </a:spcBef>
              <a:spcAft>
                <a:spcPts val="0"/>
              </a:spcAft>
              <a:buNone/>
            </a:pPr>
            <a:r>
              <a:rPr b="1" lang="es-419" sz="3700"/>
              <a:t> paquetes</a:t>
            </a:r>
            <a:endParaRPr b="1" sz="3700"/>
          </a:p>
        </p:txBody>
      </p:sp>
      <p:pic>
        <p:nvPicPr>
          <p:cNvPr id="58" name="Google Shape;58;p13"/>
          <p:cNvPicPr preferRelativeResize="0"/>
          <p:nvPr/>
        </p:nvPicPr>
        <p:blipFill>
          <a:blip r:embed="rId3">
            <a:alphaModFix/>
          </a:blip>
          <a:stretch>
            <a:fillRect/>
          </a:stretch>
        </p:blipFill>
        <p:spPr>
          <a:xfrm>
            <a:off x="4285775" y="1729750"/>
            <a:ext cx="3972550" cy="19206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764750"/>
            <a:ext cx="8520600" cy="975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Módulos</a:t>
            </a:r>
            <a:endParaRPr sz="3300"/>
          </a:p>
        </p:txBody>
      </p:sp>
      <p:sp>
        <p:nvSpPr>
          <p:cNvPr id="64" name="Google Shape;64;p14"/>
          <p:cNvSpPr txBox="1"/>
          <p:nvPr>
            <p:ph idx="1" type="body"/>
          </p:nvPr>
        </p:nvSpPr>
        <p:spPr>
          <a:xfrm>
            <a:off x="311700" y="1588350"/>
            <a:ext cx="8520600" cy="260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2000"/>
              <a:t>A medida que los programas crecen, es necesario separarlo en varios archivos para que el mantenimiento sea más sencillo. Quizás también sea necesario usar una función ya escrita en otro programa sin la necesidad de copiar su definición en cada programa que la quiera utilizar. Para ello, los módulos son la solución.</a:t>
            </a:r>
            <a:endParaRPr sz="2000"/>
          </a:p>
        </p:txBody>
      </p:sp>
      <p:pic>
        <p:nvPicPr>
          <p:cNvPr id="65" name="Google Shape;65;p14"/>
          <p:cNvPicPr preferRelativeResize="0"/>
          <p:nvPr/>
        </p:nvPicPr>
        <p:blipFill>
          <a:blip r:embed="rId3">
            <a:alphaModFix/>
          </a:blip>
          <a:stretch>
            <a:fillRect/>
          </a:stretch>
        </p:blipFill>
        <p:spPr>
          <a:xfrm>
            <a:off x="5820725" y="3051675"/>
            <a:ext cx="1739575" cy="1739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993350"/>
            <a:ext cx="8520600" cy="975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Generalidades</a:t>
            </a:r>
            <a:endParaRPr sz="3300"/>
          </a:p>
        </p:txBody>
      </p:sp>
      <p:sp>
        <p:nvSpPr>
          <p:cNvPr id="71" name="Google Shape;71;p15"/>
          <p:cNvSpPr txBox="1"/>
          <p:nvPr>
            <p:ph idx="1" type="body"/>
          </p:nvPr>
        </p:nvSpPr>
        <p:spPr>
          <a:xfrm>
            <a:off x="311700" y="1969350"/>
            <a:ext cx="8520600" cy="2601300"/>
          </a:xfrm>
          <a:prstGeom prst="rect">
            <a:avLst/>
          </a:prstGeom>
        </p:spPr>
        <p:txBody>
          <a:bodyPr anchorCtr="0" anchor="t" bIns="91425" lIns="91425" spcFirstLastPara="1" rIns="91425" wrap="square" tIns="91425">
            <a:normAutofit fontScale="92500"/>
          </a:bodyPr>
          <a:lstStyle/>
          <a:p>
            <a:pPr indent="-346075" lvl="0" marL="457200" rtl="0" algn="l">
              <a:spcBef>
                <a:spcPts val="0"/>
              </a:spcBef>
              <a:spcAft>
                <a:spcPts val="0"/>
              </a:spcAft>
              <a:buSzPct val="100000"/>
              <a:buChar char="●"/>
            </a:pPr>
            <a:r>
              <a:rPr lang="es-419" sz="2000"/>
              <a:t>Un módulo en Python es un archivo que contiene definiciones de funciones, clases y variables, junto con cualquier otro código ejecutable. </a:t>
            </a:r>
            <a:endParaRPr sz="2000"/>
          </a:p>
          <a:p>
            <a:pPr indent="-346075" lvl="0" marL="457200" rtl="0" algn="l">
              <a:spcBef>
                <a:spcPts val="0"/>
              </a:spcBef>
              <a:spcAft>
                <a:spcPts val="0"/>
              </a:spcAft>
              <a:buSzPct val="100000"/>
              <a:buChar char="●"/>
            </a:pPr>
            <a:r>
              <a:rPr lang="es-419" sz="2000"/>
              <a:t>Tienen la extensión .py.</a:t>
            </a:r>
            <a:endParaRPr sz="2000"/>
          </a:p>
          <a:p>
            <a:pPr indent="-346075" lvl="0" marL="457200" rtl="0" algn="l">
              <a:spcBef>
                <a:spcPts val="0"/>
              </a:spcBef>
              <a:spcAft>
                <a:spcPts val="0"/>
              </a:spcAft>
              <a:buSzPct val="100000"/>
              <a:buChar char="●"/>
            </a:pPr>
            <a:r>
              <a:rPr lang="es-419" sz="2000"/>
              <a:t>Pueden ser importados y utilizados en otros programas de Python.</a:t>
            </a:r>
            <a:endParaRPr sz="2000"/>
          </a:p>
          <a:p>
            <a:pPr indent="-346075" lvl="0" marL="457200" rtl="0" algn="l">
              <a:spcBef>
                <a:spcPts val="0"/>
              </a:spcBef>
              <a:spcAft>
                <a:spcPts val="0"/>
              </a:spcAft>
              <a:buSzPct val="100000"/>
              <a:buChar char="●"/>
            </a:pPr>
            <a:r>
              <a:rPr lang="es-419" sz="2000"/>
              <a:t>Ayudan a organizar y reutilizar el código al dividirlo en componentes más manejables y específicos.</a:t>
            </a:r>
            <a:endParaRPr sz="2000"/>
          </a:p>
          <a:p>
            <a:pPr indent="0" lvl="0" marL="0" rtl="0" algn="l">
              <a:spcBef>
                <a:spcPts val="1200"/>
              </a:spcBef>
              <a:spcAft>
                <a:spcPts val="120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Creación</a:t>
            </a:r>
            <a:endParaRPr sz="3300"/>
          </a:p>
        </p:txBody>
      </p:sp>
      <p:sp>
        <p:nvSpPr>
          <p:cNvPr id="77" name="Google Shape;77;p16"/>
          <p:cNvSpPr txBox="1"/>
          <p:nvPr>
            <p:ph idx="1" type="body"/>
          </p:nvPr>
        </p:nvSpPr>
        <p:spPr>
          <a:xfrm>
            <a:off x="311700" y="1435950"/>
            <a:ext cx="8520600" cy="1096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s-419" sz="2647"/>
              <a:t>Supongamos que definimos las siguientes funciones y variables para saludar en un archivo .py (en este caso nuestro módulo)</a:t>
            </a:r>
            <a:endParaRPr sz="2647"/>
          </a:p>
          <a:p>
            <a:pPr indent="0" lvl="0" marL="0" rtl="0" algn="l">
              <a:spcBef>
                <a:spcPts val="1200"/>
              </a:spcBef>
              <a:spcAft>
                <a:spcPts val="1200"/>
              </a:spcAft>
              <a:buNone/>
            </a:pPr>
            <a:r>
              <a:t/>
            </a:r>
            <a:endParaRPr sz="2000"/>
          </a:p>
        </p:txBody>
      </p:sp>
      <p:pic>
        <p:nvPicPr>
          <p:cNvPr id="78" name="Google Shape;78;p16"/>
          <p:cNvPicPr preferRelativeResize="0"/>
          <p:nvPr/>
        </p:nvPicPr>
        <p:blipFill rotWithShape="1">
          <a:blip r:embed="rId3">
            <a:alphaModFix/>
          </a:blip>
          <a:srcRect b="0" l="0" r="0" t="0"/>
          <a:stretch/>
        </p:blipFill>
        <p:spPr>
          <a:xfrm>
            <a:off x="1531448" y="2190750"/>
            <a:ext cx="5932830" cy="2350325"/>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Importación</a:t>
            </a:r>
            <a:endParaRPr sz="3300"/>
          </a:p>
        </p:txBody>
      </p:sp>
      <p:sp>
        <p:nvSpPr>
          <p:cNvPr id="84" name="Google Shape;84;p17"/>
          <p:cNvSpPr txBox="1"/>
          <p:nvPr>
            <p:ph idx="1" type="body"/>
          </p:nvPr>
        </p:nvSpPr>
        <p:spPr>
          <a:xfrm>
            <a:off x="311700" y="1435950"/>
            <a:ext cx="8832300" cy="1096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s-419" sz="2647"/>
              <a:t>Para poder utilizar las funciones definidas en el módulo debemos importar dicho módulo en el archivo en donde queremos utilizar las funciones:</a:t>
            </a:r>
            <a:endParaRPr sz="2647"/>
          </a:p>
          <a:p>
            <a:pPr indent="0" lvl="0" marL="0" rtl="0" algn="l">
              <a:spcBef>
                <a:spcPts val="1200"/>
              </a:spcBef>
              <a:spcAft>
                <a:spcPts val="1200"/>
              </a:spcAft>
              <a:buNone/>
            </a:pPr>
            <a:r>
              <a:t/>
            </a:r>
            <a:endParaRPr sz="2000"/>
          </a:p>
        </p:txBody>
      </p:sp>
      <p:pic>
        <p:nvPicPr>
          <p:cNvPr id="85" name="Google Shape;85;p17"/>
          <p:cNvPicPr preferRelativeResize="0"/>
          <p:nvPr/>
        </p:nvPicPr>
        <p:blipFill rotWithShape="1">
          <a:blip r:embed="rId3">
            <a:alphaModFix/>
          </a:blip>
          <a:srcRect b="0" l="0" r="0" t="0"/>
          <a:stretch/>
        </p:blipFill>
        <p:spPr>
          <a:xfrm>
            <a:off x="1083076" y="2175125"/>
            <a:ext cx="6916299" cy="1798700"/>
          </a:xfrm>
          <a:prstGeom prst="rect">
            <a:avLst/>
          </a:prstGeom>
          <a:noFill/>
          <a:ln cap="flat" cmpd="sng" w="28575">
            <a:solidFill>
              <a:srgbClr val="4A86E8"/>
            </a:solidFill>
            <a:prstDash val="solid"/>
            <a:round/>
            <a:headEnd len="sm" w="sm" type="none"/>
            <a:tailEnd len="sm" w="sm" type="none"/>
          </a:ln>
        </p:spPr>
      </p:pic>
      <p:sp>
        <p:nvSpPr>
          <p:cNvPr id="86" name="Google Shape;86;p17"/>
          <p:cNvSpPr txBox="1"/>
          <p:nvPr/>
        </p:nvSpPr>
        <p:spPr>
          <a:xfrm>
            <a:off x="733050" y="3980500"/>
            <a:ext cx="798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lt1"/>
                </a:solidFill>
              </a:rPr>
              <a:t>En este caso, para utilizar cualquiera de las funciones definidas en el módulo, tenemos que anteponer el nombre del mismo antes de llamar a la función, seguido del operador punto.</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Importación</a:t>
            </a:r>
            <a:endParaRPr sz="3300"/>
          </a:p>
        </p:txBody>
      </p:sp>
      <p:sp>
        <p:nvSpPr>
          <p:cNvPr id="92" name="Google Shape;92;p18"/>
          <p:cNvSpPr txBox="1"/>
          <p:nvPr>
            <p:ph idx="1" type="body"/>
          </p:nvPr>
        </p:nvSpPr>
        <p:spPr>
          <a:xfrm>
            <a:off x="311700" y="1435950"/>
            <a:ext cx="8832300" cy="10965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s-419" sz="2647"/>
              <a:t>Observemos las siguientes alternativas para importar módulos y sus componentes:</a:t>
            </a:r>
            <a:endParaRPr sz="2647"/>
          </a:p>
          <a:p>
            <a:pPr indent="0" lvl="0" marL="0" rtl="0" algn="l">
              <a:spcBef>
                <a:spcPts val="1200"/>
              </a:spcBef>
              <a:spcAft>
                <a:spcPts val="1200"/>
              </a:spcAft>
              <a:buNone/>
            </a:pPr>
            <a:r>
              <a:t/>
            </a:r>
            <a:endParaRPr sz="2000"/>
          </a:p>
        </p:txBody>
      </p:sp>
      <p:pic>
        <p:nvPicPr>
          <p:cNvPr id="93" name="Google Shape;93;p18"/>
          <p:cNvPicPr preferRelativeResize="0"/>
          <p:nvPr/>
        </p:nvPicPr>
        <p:blipFill rotWithShape="1">
          <a:blip r:embed="rId3">
            <a:alphaModFix/>
          </a:blip>
          <a:srcRect b="0" l="0" r="0" t="0"/>
          <a:stretch/>
        </p:blipFill>
        <p:spPr>
          <a:xfrm>
            <a:off x="189175" y="2092650"/>
            <a:ext cx="2866937" cy="1541474"/>
          </a:xfrm>
          <a:prstGeom prst="rect">
            <a:avLst/>
          </a:prstGeom>
          <a:noFill/>
          <a:ln cap="flat" cmpd="sng" w="28575">
            <a:solidFill>
              <a:srgbClr val="6D9EEB"/>
            </a:solidFill>
            <a:prstDash val="solid"/>
            <a:round/>
            <a:headEnd len="sm" w="sm" type="none"/>
            <a:tailEnd len="sm" w="sm" type="none"/>
          </a:ln>
        </p:spPr>
      </p:pic>
      <p:pic>
        <p:nvPicPr>
          <p:cNvPr id="94" name="Google Shape;94;p18"/>
          <p:cNvPicPr preferRelativeResize="0"/>
          <p:nvPr/>
        </p:nvPicPr>
        <p:blipFill rotWithShape="1">
          <a:blip r:embed="rId4">
            <a:alphaModFix/>
          </a:blip>
          <a:srcRect b="0" l="0" r="0" t="0"/>
          <a:stretch/>
        </p:blipFill>
        <p:spPr>
          <a:xfrm>
            <a:off x="3140021" y="2092650"/>
            <a:ext cx="2866936" cy="1541475"/>
          </a:xfrm>
          <a:prstGeom prst="rect">
            <a:avLst/>
          </a:prstGeom>
          <a:noFill/>
          <a:ln cap="flat" cmpd="sng" w="28575">
            <a:solidFill>
              <a:srgbClr val="6D9EEB"/>
            </a:solidFill>
            <a:prstDash val="solid"/>
            <a:round/>
            <a:headEnd len="sm" w="sm" type="none"/>
            <a:tailEnd len="sm" w="sm" type="none"/>
          </a:ln>
        </p:spPr>
      </p:pic>
      <p:pic>
        <p:nvPicPr>
          <p:cNvPr id="95" name="Google Shape;95;p18"/>
          <p:cNvPicPr preferRelativeResize="0"/>
          <p:nvPr/>
        </p:nvPicPr>
        <p:blipFill rotWithShape="1">
          <a:blip r:embed="rId5">
            <a:alphaModFix/>
          </a:blip>
          <a:srcRect b="0" l="0" r="0" t="0"/>
          <a:stretch/>
        </p:blipFill>
        <p:spPr>
          <a:xfrm>
            <a:off x="6090875" y="2092650"/>
            <a:ext cx="2866925" cy="1541475"/>
          </a:xfrm>
          <a:prstGeom prst="rect">
            <a:avLst/>
          </a:prstGeom>
          <a:noFill/>
          <a:ln cap="flat" cmpd="sng" w="28575">
            <a:solidFill>
              <a:srgbClr val="6D9EEB"/>
            </a:solidFill>
            <a:prstDash val="solid"/>
            <a:round/>
            <a:headEnd len="sm" w="sm" type="none"/>
            <a:tailEnd len="sm" w="sm" type="none"/>
          </a:ln>
        </p:spPr>
      </p:pic>
      <p:sp>
        <p:nvSpPr>
          <p:cNvPr id="96" name="Google Shape;96;p18"/>
          <p:cNvSpPr txBox="1"/>
          <p:nvPr/>
        </p:nvSpPr>
        <p:spPr>
          <a:xfrm>
            <a:off x="-153686" y="3630725"/>
            <a:ext cx="3293700" cy="739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i="1" lang="es-419" sz="1200">
                <a:solidFill>
                  <a:schemeClr val="lt1"/>
                </a:solidFill>
                <a:latin typeface="Roboto"/>
                <a:ea typeface="Roboto"/>
                <a:cs typeface="Roboto"/>
                <a:sym typeface="Roboto"/>
              </a:rPr>
              <a:t>Caso 1: desde el módulo Funciones, únicamente importamos la función saludar.</a:t>
            </a:r>
            <a:endParaRPr b="1" i="1" sz="1300">
              <a:solidFill>
                <a:schemeClr val="lt1"/>
              </a:solidFill>
              <a:latin typeface="Roboto"/>
              <a:ea typeface="Roboto"/>
              <a:cs typeface="Roboto"/>
              <a:sym typeface="Roboto"/>
            </a:endParaRPr>
          </a:p>
          <a:p>
            <a:pPr indent="0" lvl="0" marL="0" rtl="0" algn="just">
              <a:lnSpc>
                <a:spcPct val="115000"/>
              </a:lnSpc>
              <a:spcBef>
                <a:spcPts val="1600"/>
              </a:spcBef>
              <a:spcAft>
                <a:spcPts val="1600"/>
              </a:spcAft>
              <a:buNone/>
            </a:pPr>
            <a:r>
              <a:t/>
            </a:r>
            <a:endParaRPr sz="2800">
              <a:solidFill>
                <a:srgbClr val="1C4587"/>
              </a:solidFill>
              <a:latin typeface="Roboto"/>
              <a:ea typeface="Roboto"/>
              <a:cs typeface="Roboto"/>
              <a:sym typeface="Roboto"/>
            </a:endParaRPr>
          </a:p>
        </p:txBody>
      </p:sp>
      <p:sp>
        <p:nvSpPr>
          <p:cNvPr id="97" name="Google Shape;97;p18"/>
          <p:cNvSpPr txBox="1"/>
          <p:nvPr/>
        </p:nvSpPr>
        <p:spPr>
          <a:xfrm>
            <a:off x="2797176" y="3630725"/>
            <a:ext cx="3293700" cy="739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i="1" lang="es-419" sz="1200">
                <a:solidFill>
                  <a:schemeClr val="lt1"/>
                </a:solidFill>
                <a:latin typeface="Roboto"/>
                <a:ea typeface="Roboto"/>
                <a:cs typeface="Roboto"/>
                <a:sym typeface="Roboto"/>
              </a:rPr>
              <a:t>Caso 2: desde el módulo Funciones, importamos las funciones saludar y saludar_alumno.</a:t>
            </a:r>
            <a:endParaRPr b="1" i="1" sz="1300">
              <a:solidFill>
                <a:schemeClr val="lt1"/>
              </a:solidFill>
              <a:latin typeface="Roboto"/>
              <a:ea typeface="Roboto"/>
              <a:cs typeface="Roboto"/>
              <a:sym typeface="Roboto"/>
            </a:endParaRPr>
          </a:p>
          <a:p>
            <a:pPr indent="0" lvl="0" marL="0" rtl="0" algn="just">
              <a:lnSpc>
                <a:spcPct val="115000"/>
              </a:lnSpc>
              <a:spcBef>
                <a:spcPts val="1600"/>
              </a:spcBef>
              <a:spcAft>
                <a:spcPts val="1600"/>
              </a:spcAft>
              <a:buNone/>
            </a:pPr>
            <a:r>
              <a:t/>
            </a:r>
            <a:endParaRPr sz="2800">
              <a:solidFill>
                <a:srgbClr val="1C4587"/>
              </a:solidFill>
              <a:latin typeface="Roboto"/>
              <a:ea typeface="Roboto"/>
              <a:cs typeface="Roboto"/>
              <a:sym typeface="Roboto"/>
            </a:endParaRPr>
          </a:p>
        </p:txBody>
      </p:sp>
      <p:sp>
        <p:nvSpPr>
          <p:cNvPr id="98" name="Google Shape;98;p18"/>
          <p:cNvSpPr txBox="1"/>
          <p:nvPr/>
        </p:nvSpPr>
        <p:spPr>
          <a:xfrm>
            <a:off x="5664089" y="3630725"/>
            <a:ext cx="3293700" cy="739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i="1" lang="es-419" sz="1200">
                <a:solidFill>
                  <a:schemeClr val="lt1"/>
                </a:solidFill>
                <a:latin typeface="Roboto"/>
                <a:ea typeface="Roboto"/>
                <a:cs typeface="Roboto"/>
                <a:sym typeface="Roboto"/>
              </a:rPr>
              <a:t>Caso 3: desde el módulo Funciones, importamos todas las funciones y variables globales con el operador *.</a:t>
            </a:r>
            <a:endParaRPr b="1" i="1" sz="1300">
              <a:solidFill>
                <a:schemeClr val="lt1"/>
              </a:solidFill>
              <a:latin typeface="Roboto"/>
              <a:ea typeface="Roboto"/>
              <a:cs typeface="Roboto"/>
              <a:sym typeface="Roboto"/>
            </a:endParaRPr>
          </a:p>
          <a:p>
            <a:pPr indent="0" lvl="0" marL="0" rtl="0" algn="just">
              <a:lnSpc>
                <a:spcPct val="115000"/>
              </a:lnSpc>
              <a:spcBef>
                <a:spcPts val="1600"/>
              </a:spcBef>
              <a:spcAft>
                <a:spcPts val="1600"/>
              </a:spcAft>
              <a:buNone/>
            </a:pPr>
            <a:r>
              <a:t/>
            </a:r>
            <a:endParaRPr sz="2800">
              <a:solidFill>
                <a:srgbClr val="1C4587"/>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764750"/>
            <a:ext cx="8520600" cy="975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Paquetes</a:t>
            </a:r>
            <a:endParaRPr sz="3300"/>
          </a:p>
        </p:txBody>
      </p:sp>
      <p:sp>
        <p:nvSpPr>
          <p:cNvPr id="104" name="Google Shape;104;p19"/>
          <p:cNvSpPr txBox="1"/>
          <p:nvPr>
            <p:ph idx="1" type="body"/>
          </p:nvPr>
        </p:nvSpPr>
        <p:spPr>
          <a:xfrm>
            <a:off x="311700" y="1597650"/>
            <a:ext cx="4950600" cy="3025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sz="2000"/>
              <a:t>Un paquete en Python es una forma de estructurar y organizar módulos relacionados. </a:t>
            </a:r>
            <a:endParaRPr sz="2000"/>
          </a:p>
          <a:p>
            <a:pPr indent="0" lvl="0" marL="0" rtl="0" algn="l">
              <a:spcBef>
                <a:spcPts val="1200"/>
              </a:spcBef>
              <a:spcAft>
                <a:spcPts val="1200"/>
              </a:spcAft>
              <a:buNone/>
            </a:pPr>
            <a:r>
              <a:rPr lang="es-419" sz="2000"/>
              <a:t>Permiten reutilizar código de manera más efectiva, al agrupar funcionalidades relacionadas en un solo lugar. Esto facilita la gestión de proyectos grandes y complejos al proporcionar una estructura jerárquica y modular para el código.</a:t>
            </a:r>
            <a:endParaRPr sz="2000"/>
          </a:p>
        </p:txBody>
      </p:sp>
      <p:pic>
        <p:nvPicPr>
          <p:cNvPr id="105" name="Google Shape;105;p19"/>
          <p:cNvPicPr preferRelativeResize="0"/>
          <p:nvPr/>
        </p:nvPicPr>
        <p:blipFill rotWithShape="1">
          <a:blip r:embed="rId3">
            <a:alphaModFix/>
          </a:blip>
          <a:srcRect b="0" l="0" r="0" t="0"/>
          <a:stretch/>
        </p:blipFill>
        <p:spPr>
          <a:xfrm>
            <a:off x="5627925" y="1820075"/>
            <a:ext cx="3023950" cy="220940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Creación</a:t>
            </a:r>
            <a:endParaRPr sz="3300"/>
          </a:p>
        </p:txBody>
      </p:sp>
      <p:sp>
        <p:nvSpPr>
          <p:cNvPr id="111" name="Google Shape;111;p20"/>
          <p:cNvSpPr txBox="1"/>
          <p:nvPr>
            <p:ph idx="1" type="body"/>
          </p:nvPr>
        </p:nvSpPr>
        <p:spPr>
          <a:xfrm>
            <a:off x="311700" y="1435950"/>
            <a:ext cx="8520600" cy="1596300"/>
          </a:xfrm>
          <a:prstGeom prst="rect">
            <a:avLst/>
          </a:prstGeom>
        </p:spPr>
        <p:txBody>
          <a:bodyPr anchorCtr="0" anchor="t" bIns="91425" lIns="91425" spcFirstLastPara="1" rIns="91425" wrap="square" tIns="91425">
            <a:normAutofit fontScale="40000"/>
          </a:bodyPr>
          <a:lstStyle/>
          <a:p>
            <a:pPr indent="0" lvl="0" marL="0" rtl="0" algn="l">
              <a:spcBef>
                <a:spcPts val="0"/>
              </a:spcBef>
              <a:spcAft>
                <a:spcPts val="0"/>
              </a:spcAft>
              <a:buNone/>
            </a:pPr>
            <a:r>
              <a:rPr lang="es-419" sz="4126"/>
              <a:t>Para crear un paquete debemos crear una carpeta junto con un archivo __init__.py (de esta manera el intérprete de python entenderá que la carpeta se trata de un paquete). Luego agregamos en el mismo los módulos que necesitemos agrupar.</a:t>
            </a:r>
            <a:endParaRPr sz="4126"/>
          </a:p>
          <a:p>
            <a:pPr indent="0" lvl="0" marL="0" rtl="0" algn="l">
              <a:spcBef>
                <a:spcPts val="1200"/>
              </a:spcBef>
              <a:spcAft>
                <a:spcPts val="1200"/>
              </a:spcAft>
              <a:buNone/>
            </a:pPr>
            <a:r>
              <a:t/>
            </a:r>
            <a:endParaRPr sz="2000"/>
          </a:p>
        </p:txBody>
      </p:sp>
      <p:pic>
        <p:nvPicPr>
          <p:cNvPr id="112" name="Google Shape;112;p20"/>
          <p:cNvPicPr preferRelativeResize="0"/>
          <p:nvPr/>
        </p:nvPicPr>
        <p:blipFill rotWithShape="1">
          <a:blip r:embed="rId3">
            <a:alphaModFix/>
          </a:blip>
          <a:srcRect b="0" l="0" r="0" t="0"/>
          <a:stretch/>
        </p:blipFill>
        <p:spPr>
          <a:xfrm>
            <a:off x="152400" y="2477325"/>
            <a:ext cx="8713651" cy="1980375"/>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Importación</a:t>
            </a:r>
            <a:endParaRPr sz="3300"/>
          </a:p>
        </p:txBody>
      </p:sp>
      <p:sp>
        <p:nvSpPr>
          <p:cNvPr id="118" name="Google Shape;118;p21"/>
          <p:cNvSpPr txBox="1"/>
          <p:nvPr>
            <p:ph idx="1" type="body"/>
          </p:nvPr>
        </p:nvSpPr>
        <p:spPr>
          <a:xfrm>
            <a:off x="311700" y="1435950"/>
            <a:ext cx="8520600" cy="1596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s-419" sz="2777"/>
              <a:t>De la misma forma que importamos módulos independientes, podremos importar el/los módulos necesarios que se encuentran en un paquete.</a:t>
            </a:r>
            <a:endParaRPr sz="2777"/>
          </a:p>
          <a:p>
            <a:pPr indent="0" lvl="0" marL="0" rtl="0" algn="l">
              <a:spcBef>
                <a:spcPts val="1200"/>
              </a:spcBef>
              <a:spcAft>
                <a:spcPts val="1200"/>
              </a:spcAft>
              <a:buNone/>
            </a:pPr>
            <a:r>
              <a:t/>
            </a:r>
            <a:endParaRPr sz="2000"/>
          </a:p>
        </p:txBody>
      </p:sp>
      <p:pic>
        <p:nvPicPr>
          <p:cNvPr id="119" name="Google Shape;119;p21"/>
          <p:cNvPicPr preferRelativeResize="0"/>
          <p:nvPr/>
        </p:nvPicPr>
        <p:blipFill rotWithShape="1">
          <a:blip r:embed="rId3">
            <a:alphaModFix/>
          </a:blip>
          <a:srcRect b="0" l="0" r="0" t="0"/>
          <a:stretch/>
        </p:blipFill>
        <p:spPr>
          <a:xfrm>
            <a:off x="1488875" y="3681673"/>
            <a:ext cx="6256623" cy="1100427"/>
          </a:xfrm>
          <a:prstGeom prst="rect">
            <a:avLst/>
          </a:prstGeom>
          <a:noFill/>
          <a:ln cap="flat" cmpd="sng" w="28575">
            <a:solidFill>
              <a:srgbClr val="4A86E8"/>
            </a:solidFill>
            <a:prstDash val="solid"/>
            <a:round/>
            <a:headEnd len="sm" w="sm" type="none"/>
            <a:tailEnd len="sm" w="sm" type="none"/>
          </a:ln>
        </p:spPr>
      </p:pic>
      <p:pic>
        <p:nvPicPr>
          <p:cNvPr id="120" name="Google Shape;120;p21"/>
          <p:cNvPicPr preferRelativeResize="0"/>
          <p:nvPr/>
        </p:nvPicPr>
        <p:blipFill rotWithShape="1">
          <a:blip r:embed="rId4">
            <a:alphaModFix/>
          </a:blip>
          <a:srcRect b="0" l="0" r="0" t="0"/>
          <a:stretch/>
        </p:blipFill>
        <p:spPr>
          <a:xfrm>
            <a:off x="1488875" y="2468300"/>
            <a:ext cx="6256624" cy="1100428"/>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Comunicar módulos</a:t>
            </a:r>
            <a:endParaRPr sz="3300"/>
          </a:p>
        </p:txBody>
      </p:sp>
      <p:sp>
        <p:nvSpPr>
          <p:cNvPr id="126" name="Google Shape;126;p22"/>
          <p:cNvSpPr txBox="1"/>
          <p:nvPr>
            <p:ph idx="1" type="body"/>
          </p:nvPr>
        </p:nvSpPr>
        <p:spPr>
          <a:xfrm>
            <a:off x="311700" y="1435950"/>
            <a:ext cx="8520600" cy="15963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419" sz="8261"/>
              <a:t>Si necesitamos comunicar 2 módulos de un mismo paquete como por ejemplo Input y Validate:</a:t>
            </a:r>
            <a:endParaRPr sz="8261"/>
          </a:p>
          <a:p>
            <a:pPr indent="0" lvl="0" marL="0" rtl="0" algn="l">
              <a:spcBef>
                <a:spcPts val="1200"/>
              </a:spcBef>
              <a:spcAft>
                <a:spcPts val="0"/>
              </a:spcAft>
              <a:buNone/>
            </a:pPr>
            <a:r>
              <a:rPr lang="es-419" sz="8261"/>
              <a:t>Desde Input deberemos importar Validate de la siguiente manera.</a:t>
            </a:r>
            <a:endParaRPr sz="8261"/>
          </a:p>
          <a:p>
            <a:pPr indent="0" lvl="0" marL="0" rtl="0" algn="ctr">
              <a:spcBef>
                <a:spcPts val="1200"/>
              </a:spcBef>
              <a:spcAft>
                <a:spcPts val="0"/>
              </a:spcAft>
              <a:buNone/>
            </a:pPr>
            <a:r>
              <a:rPr lang="es-419" sz="7033">
                <a:solidFill>
                  <a:srgbClr val="F92AAD"/>
                </a:solidFill>
                <a:highlight>
                  <a:srgbClr val="262335"/>
                </a:highlight>
                <a:latin typeface="Courier New"/>
                <a:ea typeface="Courier New"/>
                <a:cs typeface="Courier New"/>
                <a:sym typeface="Courier New"/>
              </a:rPr>
              <a:t>from</a:t>
            </a:r>
            <a:r>
              <a:rPr lang="es-419" sz="7033">
                <a:solidFill>
                  <a:srgbClr val="BBBBBB"/>
                </a:solidFill>
                <a:highlight>
                  <a:srgbClr val="262335"/>
                </a:highlight>
                <a:latin typeface="Courier New"/>
                <a:ea typeface="Courier New"/>
                <a:cs typeface="Courier New"/>
                <a:sym typeface="Courier New"/>
              </a:rPr>
              <a:t> .Validate </a:t>
            </a:r>
            <a:r>
              <a:rPr lang="es-419" sz="7033">
                <a:solidFill>
                  <a:srgbClr val="F92AAD"/>
                </a:solidFill>
                <a:highlight>
                  <a:srgbClr val="262335"/>
                </a:highlight>
                <a:latin typeface="Courier New"/>
                <a:ea typeface="Courier New"/>
                <a:cs typeface="Courier New"/>
                <a:sym typeface="Courier New"/>
              </a:rPr>
              <a:t>import</a:t>
            </a:r>
            <a:r>
              <a:rPr lang="es-419" sz="7033">
                <a:solidFill>
                  <a:srgbClr val="BBBBBB"/>
                </a:solidFill>
                <a:highlight>
                  <a:srgbClr val="262335"/>
                </a:highlight>
                <a:latin typeface="Courier New"/>
                <a:ea typeface="Courier New"/>
                <a:cs typeface="Courier New"/>
                <a:sym typeface="Courier New"/>
              </a:rPr>
              <a:t> </a:t>
            </a:r>
            <a:r>
              <a:rPr lang="es-419" sz="7033">
                <a:solidFill>
                  <a:srgbClr val="F92AAD"/>
                </a:solidFill>
                <a:highlight>
                  <a:srgbClr val="262335"/>
                </a:highlight>
                <a:latin typeface="Courier New"/>
                <a:ea typeface="Courier New"/>
                <a:cs typeface="Courier New"/>
                <a:sym typeface="Courier New"/>
              </a:rPr>
              <a:t>* </a:t>
            </a:r>
            <a:endParaRPr sz="7033">
              <a:solidFill>
                <a:srgbClr val="F92AAD"/>
              </a:solidFill>
              <a:highlight>
                <a:srgbClr val="262335"/>
              </a:highlight>
              <a:latin typeface="Courier New"/>
              <a:ea typeface="Courier New"/>
              <a:cs typeface="Courier New"/>
              <a:sym typeface="Courier New"/>
            </a:endParaRPr>
          </a:p>
          <a:p>
            <a:pPr indent="0" lvl="0" marL="0" rtl="0" algn="l">
              <a:spcBef>
                <a:spcPts val="1200"/>
              </a:spcBef>
              <a:spcAft>
                <a:spcPts val="0"/>
              </a:spcAft>
              <a:buNone/>
            </a:pPr>
            <a:r>
              <a:rPr lang="es-419" sz="8261"/>
              <a:t>Esto se debe a que Python utiliza la convención de puntos para organizar los módulos en paquetes.</a:t>
            </a:r>
            <a:endParaRPr sz="8261"/>
          </a:p>
          <a:p>
            <a:pPr indent="0" lvl="0" marL="0" rtl="0" algn="l">
              <a:spcBef>
                <a:spcPts val="1200"/>
              </a:spcBef>
              <a:spcAft>
                <a:spcPts val="1200"/>
              </a:spcAft>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891900"/>
            <a:ext cx="8520600" cy="69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Comunicar módulos</a:t>
            </a:r>
            <a:endParaRPr sz="3300"/>
          </a:p>
        </p:txBody>
      </p:sp>
      <p:pic>
        <p:nvPicPr>
          <p:cNvPr id="132" name="Google Shape;132;p23"/>
          <p:cNvPicPr preferRelativeResize="0"/>
          <p:nvPr/>
        </p:nvPicPr>
        <p:blipFill rotWithShape="1">
          <a:blip r:embed="rId3">
            <a:alphaModFix/>
          </a:blip>
          <a:srcRect b="0" l="0" r="0" t="0"/>
          <a:stretch/>
        </p:blipFill>
        <p:spPr>
          <a:xfrm>
            <a:off x="2688380" y="1711850"/>
            <a:ext cx="5875394" cy="2009775"/>
          </a:xfrm>
          <a:prstGeom prst="rect">
            <a:avLst/>
          </a:prstGeom>
          <a:noFill/>
          <a:ln cap="flat" cmpd="sng" w="28575">
            <a:solidFill>
              <a:srgbClr val="4A86E8"/>
            </a:solidFill>
            <a:prstDash val="solid"/>
            <a:round/>
            <a:headEnd len="sm" w="sm" type="none"/>
            <a:tailEnd len="sm" w="sm" type="none"/>
          </a:ln>
        </p:spPr>
      </p:pic>
      <p:pic>
        <p:nvPicPr>
          <p:cNvPr id="133" name="Google Shape;133;p23"/>
          <p:cNvPicPr preferRelativeResize="0"/>
          <p:nvPr/>
        </p:nvPicPr>
        <p:blipFill rotWithShape="1">
          <a:blip r:embed="rId4">
            <a:alphaModFix/>
          </a:blip>
          <a:srcRect b="0" l="0" r="0" t="0"/>
          <a:stretch/>
        </p:blipFill>
        <p:spPr>
          <a:xfrm>
            <a:off x="660075" y="1711850"/>
            <a:ext cx="2028300" cy="2009775"/>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4"/>
          <p:cNvPicPr preferRelativeResize="0"/>
          <p:nvPr/>
        </p:nvPicPr>
        <p:blipFill rotWithShape="1">
          <a:blip r:embed="rId3">
            <a:alphaModFix/>
          </a:blip>
          <a:srcRect b="6629" l="12343" r="10412" t="5334"/>
          <a:stretch/>
        </p:blipFill>
        <p:spPr>
          <a:xfrm>
            <a:off x="2164325" y="1205575"/>
            <a:ext cx="5382250" cy="300330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764750"/>
            <a:ext cx="8520600" cy="975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Bibliotecas estándar</a:t>
            </a:r>
            <a:endParaRPr sz="3300"/>
          </a:p>
        </p:txBody>
      </p:sp>
      <p:sp>
        <p:nvSpPr>
          <p:cNvPr id="144" name="Google Shape;144;p25"/>
          <p:cNvSpPr txBox="1"/>
          <p:nvPr>
            <p:ph idx="1" type="body"/>
          </p:nvPr>
        </p:nvSpPr>
        <p:spPr>
          <a:xfrm>
            <a:off x="311700" y="1597650"/>
            <a:ext cx="8520600" cy="3025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2000"/>
              <a:t>Son un conjunto de módulos y paquetes que se distribuyen junto con Python. Muchas de las operaciones más comunes ya se implementan en ellas.</a:t>
            </a:r>
            <a:endParaRPr sz="2000"/>
          </a:p>
        </p:txBody>
      </p:sp>
      <p:pic>
        <p:nvPicPr>
          <p:cNvPr id="145" name="Google Shape;145;p25">
            <a:hlinkClick r:id="rId3"/>
          </p:cNvPr>
          <p:cNvPicPr preferRelativeResize="0"/>
          <p:nvPr/>
        </p:nvPicPr>
        <p:blipFill rotWithShape="1">
          <a:blip r:embed="rId4">
            <a:alphaModFix/>
          </a:blip>
          <a:srcRect b="0" l="0" r="0" t="0"/>
          <a:stretch/>
        </p:blipFill>
        <p:spPr>
          <a:xfrm>
            <a:off x="3614063" y="2571750"/>
            <a:ext cx="1915875" cy="1915875"/>
          </a:xfrm>
          <a:prstGeom prst="rect">
            <a:avLst/>
          </a:prstGeom>
          <a:noFill/>
          <a:ln cap="flat" cmpd="sng" w="28575">
            <a:solidFill>
              <a:srgbClr val="6D9EEB"/>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764750"/>
            <a:ext cx="8520600" cy="975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Módulos de terceros</a:t>
            </a:r>
            <a:endParaRPr sz="3300"/>
          </a:p>
        </p:txBody>
      </p:sp>
      <p:sp>
        <p:nvSpPr>
          <p:cNvPr id="151" name="Google Shape;151;p26"/>
          <p:cNvSpPr txBox="1"/>
          <p:nvPr>
            <p:ph idx="1" type="body"/>
          </p:nvPr>
        </p:nvSpPr>
        <p:spPr>
          <a:xfrm>
            <a:off x="505300" y="1942800"/>
            <a:ext cx="4765200" cy="30258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419" sz="2200"/>
              <a:t>Es inmensurable la cantidad de módulos y paquetes desarrollados por la comunidad de python, cada uno de ellos con propósitos específicos.</a:t>
            </a:r>
            <a:endParaRPr sz="2200"/>
          </a:p>
        </p:txBody>
      </p:sp>
      <p:pic>
        <p:nvPicPr>
          <p:cNvPr id="152" name="Google Shape;152;p26"/>
          <p:cNvPicPr preferRelativeResize="0"/>
          <p:nvPr/>
        </p:nvPicPr>
        <p:blipFill rotWithShape="1">
          <a:blip r:embed="rId3">
            <a:alphaModFix/>
          </a:blip>
          <a:srcRect b="0" l="0" r="0" t="0"/>
          <a:stretch/>
        </p:blipFill>
        <p:spPr>
          <a:xfrm>
            <a:off x="5628625" y="1547575"/>
            <a:ext cx="3200639" cy="3393451"/>
          </a:xfrm>
          <a:prstGeom prst="rect">
            <a:avLst/>
          </a:prstGeom>
          <a:noFill/>
          <a:ln cap="flat" cmpd="sng" w="28575">
            <a:solidFill>
              <a:srgbClr val="6D9EEB"/>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764750"/>
            <a:ext cx="8520600" cy="975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3300"/>
              <a:t>Instalando m</a:t>
            </a:r>
            <a:r>
              <a:rPr lang="es-419" sz="3300"/>
              <a:t>ódulos de terceros</a:t>
            </a:r>
            <a:endParaRPr sz="3300"/>
          </a:p>
        </p:txBody>
      </p:sp>
      <p:sp>
        <p:nvSpPr>
          <p:cNvPr id="158" name="Google Shape;158;p27"/>
          <p:cNvSpPr txBox="1"/>
          <p:nvPr>
            <p:ph idx="1" type="body"/>
          </p:nvPr>
        </p:nvSpPr>
        <p:spPr>
          <a:xfrm>
            <a:off x="311700" y="1673425"/>
            <a:ext cx="4765200" cy="30258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419" sz="2200"/>
              <a:t>Cada uno de estos paquetes está identificado por su nombre. Para instalar alguno de ellos utilizaremos una herramienta llamada pip que se incluye con la instalación de Python.</a:t>
            </a:r>
            <a:endParaRPr sz="2200"/>
          </a:p>
        </p:txBody>
      </p:sp>
      <p:pic>
        <p:nvPicPr>
          <p:cNvPr id="159" name="Google Shape;159;p27"/>
          <p:cNvPicPr preferRelativeResize="0"/>
          <p:nvPr/>
        </p:nvPicPr>
        <p:blipFill rotWithShape="1">
          <a:blip r:embed="rId3">
            <a:alphaModFix/>
          </a:blip>
          <a:srcRect b="0" l="0" r="0" t="0"/>
          <a:stretch/>
        </p:blipFill>
        <p:spPr>
          <a:xfrm>
            <a:off x="6246950" y="1561600"/>
            <a:ext cx="1657350" cy="409575"/>
          </a:xfrm>
          <a:prstGeom prst="rect">
            <a:avLst/>
          </a:prstGeom>
          <a:noFill/>
          <a:ln cap="flat" cmpd="sng" w="19050">
            <a:solidFill>
              <a:srgbClr val="4A86E8"/>
            </a:solidFill>
            <a:prstDash val="solid"/>
            <a:round/>
            <a:headEnd len="sm" w="sm" type="none"/>
            <a:tailEnd len="sm" w="sm" type="none"/>
          </a:ln>
        </p:spPr>
      </p:pic>
      <p:sp>
        <p:nvSpPr>
          <p:cNvPr id="160" name="Google Shape;160;p27"/>
          <p:cNvSpPr txBox="1"/>
          <p:nvPr/>
        </p:nvSpPr>
        <p:spPr>
          <a:xfrm>
            <a:off x="5436525" y="2179813"/>
            <a:ext cx="3537900" cy="409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600"/>
              </a:spcBef>
              <a:spcAft>
                <a:spcPts val="1600"/>
              </a:spcAft>
              <a:buNone/>
            </a:pPr>
            <a:r>
              <a:rPr lang="es-419" sz="1500">
                <a:solidFill>
                  <a:schemeClr val="dk1"/>
                </a:solidFill>
                <a:latin typeface="Roboto"/>
                <a:ea typeface="Roboto"/>
                <a:cs typeface="Roboto"/>
                <a:sym typeface="Roboto"/>
              </a:rPr>
              <a:t>En caso de que tu SO no reconozca pip:</a:t>
            </a:r>
            <a:endParaRPr sz="1500">
              <a:solidFill>
                <a:schemeClr val="dk1"/>
              </a:solidFill>
              <a:latin typeface="Roboto"/>
              <a:ea typeface="Roboto"/>
              <a:cs typeface="Roboto"/>
              <a:sym typeface="Roboto"/>
            </a:endParaRPr>
          </a:p>
        </p:txBody>
      </p:sp>
      <p:grpSp>
        <p:nvGrpSpPr>
          <p:cNvPr id="161" name="Google Shape;161;p27"/>
          <p:cNvGrpSpPr/>
          <p:nvPr/>
        </p:nvGrpSpPr>
        <p:grpSpPr>
          <a:xfrm>
            <a:off x="5436525" y="2721750"/>
            <a:ext cx="2600325" cy="419100"/>
            <a:chOff x="5697338" y="2568375"/>
            <a:chExt cx="2600325" cy="419100"/>
          </a:xfrm>
        </p:grpSpPr>
        <p:pic>
          <p:nvPicPr>
            <p:cNvPr id="162" name="Google Shape;162;p27"/>
            <p:cNvPicPr preferRelativeResize="0"/>
            <p:nvPr/>
          </p:nvPicPr>
          <p:blipFill rotWithShape="1">
            <a:blip r:embed="rId4">
              <a:alphaModFix/>
            </a:blip>
            <a:srcRect b="0" l="0" r="0" t="0"/>
            <a:stretch/>
          </p:blipFill>
          <p:spPr>
            <a:xfrm>
              <a:off x="5697338" y="2568375"/>
              <a:ext cx="2600325" cy="419100"/>
            </a:xfrm>
            <a:prstGeom prst="rect">
              <a:avLst/>
            </a:prstGeom>
            <a:noFill/>
            <a:ln cap="flat" cmpd="sng" w="19050">
              <a:solidFill>
                <a:srgbClr val="4A86E8"/>
              </a:solidFill>
              <a:prstDash val="solid"/>
              <a:round/>
              <a:headEnd len="sm" w="sm" type="none"/>
              <a:tailEnd len="sm" w="sm" type="none"/>
            </a:ln>
          </p:spPr>
        </p:pic>
        <p:pic>
          <p:nvPicPr>
            <p:cNvPr id="163" name="Google Shape;163;p27"/>
            <p:cNvPicPr preferRelativeResize="0"/>
            <p:nvPr/>
          </p:nvPicPr>
          <p:blipFill rotWithShape="1">
            <a:blip r:embed="rId5">
              <a:alphaModFix/>
            </a:blip>
            <a:srcRect b="0" l="0" r="0" t="0"/>
            <a:stretch/>
          </p:blipFill>
          <p:spPr>
            <a:xfrm>
              <a:off x="7511050" y="2644575"/>
              <a:ext cx="647700" cy="247650"/>
            </a:xfrm>
            <a:prstGeom prst="rect">
              <a:avLst/>
            </a:prstGeom>
            <a:noFill/>
            <a:ln>
              <a:noFill/>
            </a:ln>
          </p:spPr>
        </p:pic>
      </p:grpSp>
      <p:grpSp>
        <p:nvGrpSpPr>
          <p:cNvPr id="164" name="Google Shape;164;p27"/>
          <p:cNvGrpSpPr/>
          <p:nvPr/>
        </p:nvGrpSpPr>
        <p:grpSpPr>
          <a:xfrm>
            <a:off x="5589062" y="3313601"/>
            <a:ext cx="2600272" cy="419094"/>
            <a:chOff x="5697350" y="4438650"/>
            <a:chExt cx="2209800" cy="323850"/>
          </a:xfrm>
        </p:grpSpPr>
        <p:pic>
          <p:nvPicPr>
            <p:cNvPr id="165" name="Google Shape;165;p27"/>
            <p:cNvPicPr preferRelativeResize="0"/>
            <p:nvPr/>
          </p:nvPicPr>
          <p:blipFill rotWithShape="1">
            <a:blip r:embed="rId6">
              <a:alphaModFix/>
            </a:blip>
            <a:srcRect b="0" l="0" r="0" t="0"/>
            <a:stretch/>
          </p:blipFill>
          <p:spPr>
            <a:xfrm>
              <a:off x="5697350" y="4438650"/>
              <a:ext cx="2209800" cy="323850"/>
            </a:xfrm>
            <a:prstGeom prst="rect">
              <a:avLst/>
            </a:prstGeom>
            <a:noFill/>
            <a:ln cap="flat" cmpd="sng" w="19050">
              <a:solidFill>
                <a:srgbClr val="4A86E8"/>
              </a:solidFill>
              <a:prstDash val="solid"/>
              <a:round/>
              <a:headEnd len="sm" w="sm" type="none"/>
              <a:tailEnd len="sm" w="sm" type="none"/>
            </a:ln>
          </p:spPr>
        </p:pic>
        <p:pic>
          <p:nvPicPr>
            <p:cNvPr id="166" name="Google Shape;166;p27"/>
            <p:cNvPicPr preferRelativeResize="0"/>
            <p:nvPr/>
          </p:nvPicPr>
          <p:blipFill rotWithShape="1">
            <a:blip r:embed="rId5">
              <a:alphaModFix/>
            </a:blip>
            <a:srcRect b="0" l="0" r="0" t="0"/>
            <a:stretch/>
          </p:blipFill>
          <p:spPr>
            <a:xfrm>
              <a:off x="7178475" y="4476750"/>
              <a:ext cx="647700" cy="247650"/>
            </a:xfrm>
            <a:prstGeom prst="rect">
              <a:avLst/>
            </a:prstGeom>
            <a:noFill/>
            <a:ln>
              <a:noFill/>
            </a:ln>
          </p:spPr>
        </p:pic>
      </p:grpSp>
      <p:pic>
        <p:nvPicPr>
          <p:cNvPr id="167" name="Google Shape;167;p27"/>
          <p:cNvPicPr preferRelativeResize="0"/>
          <p:nvPr/>
        </p:nvPicPr>
        <p:blipFill rotWithShape="1">
          <a:blip r:embed="rId7">
            <a:alphaModFix/>
          </a:blip>
          <a:srcRect b="0" l="0" r="0" t="0"/>
          <a:stretch/>
        </p:blipFill>
        <p:spPr>
          <a:xfrm>
            <a:off x="8161225" y="2743801"/>
            <a:ext cx="356675" cy="375000"/>
          </a:xfrm>
          <a:prstGeom prst="rect">
            <a:avLst/>
          </a:prstGeom>
          <a:noFill/>
          <a:ln>
            <a:noFill/>
          </a:ln>
        </p:spPr>
      </p:pic>
      <p:pic>
        <p:nvPicPr>
          <p:cNvPr id="168" name="Google Shape;168;p27"/>
          <p:cNvPicPr preferRelativeResize="0"/>
          <p:nvPr/>
        </p:nvPicPr>
        <p:blipFill rotWithShape="1">
          <a:blip r:embed="rId8">
            <a:alphaModFix/>
          </a:blip>
          <a:srcRect b="0" l="0" r="0" t="0"/>
          <a:stretch/>
        </p:blipFill>
        <p:spPr>
          <a:xfrm>
            <a:off x="8575676" y="2769376"/>
            <a:ext cx="356664" cy="323850"/>
          </a:xfrm>
          <a:prstGeom prst="rect">
            <a:avLst/>
          </a:prstGeom>
          <a:noFill/>
          <a:ln>
            <a:noFill/>
          </a:ln>
        </p:spPr>
      </p:pic>
      <p:pic>
        <p:nvPicPr>
          <p:cNvPr id="169" name="Google Shape;169;p27"/>
          <p:cNvPicPr preferRelativeResize="0"/>
          <p:nvPr/>
        </p:nvPicPr>
        <p:blipFill rotWithShape="1">
          <a:blip r:embed="rId9">
            <a:alphaModFix/>
          </a:blip>
          <a:srcRect b="0" l="0" r="0" t="0"/>
          <a:stretch/>
        </p:blipFill>
        <p:spPr>
          <a:xfrm>
            <a:off x="8313625" y="3333738"/>
            <a:ext cx="356675" cy="356698"/>
          </a:xfrm>
          <a:prstGeom prst="rect">
            <a:avLst/>
          </a:prstGeom>
          <a:noFill/>
          <a:ln>
            <a:noFill/>
          </a:ln>
        </p:spPr>
      </p:pic>
      <p:sp>
        <p:nvSpPr>
          <p:cNvPr id="170" name="Google Shape;170;p27"/>
          <p:cNvSpPr txBox="1"/>
          <p:nvPr/>
        </p:nvSpPr>
        <p:spPr>
          <a:xfrm>
            <a:off x="5327125" y="3905450"/>
            <a:ext cx="3537900" cy="409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600"/>
              </a:spcBef>
              <a:spcAft>
                <a:spcPts val="1600"/>
              </a:spcAft>
              <a:buNone/>
            </a:pPr>
            <a:r>
              <a:rPr b="1" lang="es-419" sz="1200" u="sng">
                <a:solidFill>
                  <a:srgbClr val="0000FF"/>
                </a:solidFill>
                <a:latin typeface="Roboto"/>
                <a:ea typeface="Roboto"/>
                <a:cs typeface="Roboto"/>
                <a:sym typeface="Roboto"/>
                <a:hlinkClick r:id="rId10">
                  <a:extLst>
                    <a:ext uri="{A12FA001-AC4F-418D-AE19-62706E023703}">
                      <ahyp:hlinkClr val="tx"/>
                    </a:ext>
                  </a:extLst>
                </a:hlinkClick>
              </a:rPr>
              <a:t>Si no pudiste solucionarlo, consulta esta página</a:t>
            </a:r>
            <a:endParaRPr b="1" sz="1200">
              <a:solidFill>
                <a:srgbClr val="0000FF"/>
              </a:solidFill>
              <a:latin typeface="Roboto"/>
              <a:ea typeface="Roboto"/>
              <a:cs typeface="Roboto"/>
              <a:sym typeface="Roboto"/>
            </a:endParaRPr>
          </a:p>
        </p:txBody>
      </p:sp>
      <p:cxnSp>
        <p:nvCxnSpPr>
          <p:cNvPr id="171" name="Google Shape;171;p27"/>
          <p:cNvCxnSpPr/>
          <p:nvPr/>
        </p:nvCxnSpPr>
        <p:spPr>
          <a:xfrm>
            <a:off x="5693850" y="2105050"/>
            <a:ext cx="3086100" cy="0"/>
          </a:xfrm>
          <a:prstGeom prst="straightConnector1">
            <a:avLst/>
          </a:prstGeom>
          <a:noFill/>
          <a:ln cap="flat" cmpd="sng" w="19050">
            <a:solidFill>
              <a:schemeClr val="lt1"/>
            </a:solidFill>
            <a:prstDash val="solid"/>
            <a:round/>
            <a:headEnd len="sm" w="sm" type="none"/>
            <a:tailEnd len="sm" w="sm" type="none"/>
          </a:ln>
        </p:spPr>
      </p:cxnSp>
      <p:cxnSp>
        <p:nvCxnSpPr>
          <p:cNvPr id="172" name="Google Shape;172;p27"/>
          <p:cNvCxnSpPr/>
          <p:nvPr/>
        </p:nvCxnSpPr>
        <p:spPr>
          <a:xfrm>
            <a:off x="5693850" y="3905450"/>
            <a:ext cx="3086100" cy="0"/>
          </a:xfrm>
          <a:prstGeom prst="straightConnector1">
            <a:avLst/>
          </a:prstGeom>
          <a:noFill/>
          <a:ln cap="flat" cmpd="sng" w="19050">
            <a:solidFill>
              <a:schemeClr val="lt1"/>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8"/>
          <p:cNvPicPr preferRelativeResize="0"/>
          <p:nvPr/>
        </p:nvPicPr>
        <p:blipFill rotWithShape="1">
          <a:blip r:embed="rId3">
            <a:alphaModFix/>
          </a:blip>
          <a:srcRect b="0" l="0" r="0" t="0"/>
          <a:stretch/>
        </p:blipFill>
        <p:spPr>
          <a:xfrm>
            <a:off x="1698225" y="1038001"/>
            <a:ext cx="6139651" cy="1722725"/>
          </a:xfrm>
          <a:prstGeom prst="rect">
            <a:avLst/>
          </a:prstGeom>
          <a:noFill/>
          <a:ln>
            <a:noFill/>
          </a:ln>
        </p:spPr>
      </p:pic>
      <p:sp>
        <p:nvSpPr>
          <p:cNvPr id="178" name="Google Shape;178;p28"/>
          <p:cNvSpPr txBox="1"/>
          <p:nvPr/>
        </p:nvSpPr>
        <p:spPr>
          <a:xfrm>
            <a:off x="794300" y="3032300"/>
            <a:ext cx="50256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rgbClr val="FFFFFF"/>
                </a:solidFill>
                <a:latin typeface="Encode Sans"/>
                <a:ea typeface="Encode Sans"/>
                <a:cs typeface="Encode Sans"/>
                <a:sym typeface="Encode Sans"/>
              </a:rPr>
              <a:t>Probemos instalando el módulo pygame</a:t>
            </a:r>
            <a:endParaRPr sz="1800">
              <a:solidFill>
                <a:srgbClr val="FFFFFF"/>
              </a:solidFill>
              <a:latin typeface="Encode Sans"/>
              <a:ea typeface="Encode Sans"/>
              <a:cs typeface="Encode Sans"/>
              <a:sym typeface="Encode Sans"/>
            </a:endParaRPr>
          </a:p>
          <a:p>
            <a:pPr indent="0" lvl="0" marL="0" rtl="0" algn="l">
              <a:spcBef>
                <a:spcPts val="0"/>
              </a:spcBef>
              <a:spcAft>
                <a:spcPts val="0"/>
              </a:spcAft>
              <a:buNone/>
            </a:pPr>
            <a:r>
              <a:rPr lang="es-419" sz="1800">
                <a:solidFill>
                  <a:srgbClr val="FFFFFF"/>
                </a:solidFill>
                <a:latin typeface="Encode Sans"/>
                <a:ea typeface="Encode Sans"/>
                <a:cs typeface="Encode Sans"/>
                <a:sym typeface="Encode Sans"/>
              </a:rPr>
              <a:t>Para asegurarnos que funciona correctamente, corramos el siguiente comando:</a:t>
            </a:r>
            <a:endParaRPr sz="10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s-419" sz="1300">
                <a:solidFill>
                  <a:schemeClr val="lt1"/>
                </a:solidFill>
                <a:highlight>
                  <a:schemeClr val="dk1"/>
                </a:highlight>
                <a:latin typeface="Roboto"/>
                <a:ea typeface="Roboto"/>
                <a:cs typeface="Roboto"/>
                <a:sym typeface="Roboto"/>
              </a:rPr>
              <a:t>[python | py] -m pygame.examples.aliens</a:t>
            </a:r>
            <a:endParaRPr sz="2100">
              <a:solidFill>
                <a:schemeClr val="lt1"/>
              </a:solidFill>
              <a:highlight>
                <a:schemeClr val="dk1"/>
              </a:highlight>
              <a:latin typeface="Encode Sans"/>
              <a:ea typeface="Encode Sans"/>
              <a:cs typeface="Encode Sans"/>
              <a:sym typeface="Encode Sans"/>
            </a:endParaRPr>
          </a:p>
        </p:txBody>
      </p:sp>
      <p:pic>
        <p:nvPicPr>
          <p:cNvPr id="179" name="Google Shape;179;p28" title="a cartoon cat is sitting at a desk looking at a computer monitor . (proporcionada por Tenor)"/>
          <p:cNvPicPr preferRelativeResize="0"/>
          <p:nvPr/>
        </p:nvPicPr>
        <p:blipFill>
          <a:blip r:embed="rId4">
            <a:alphaModFix/>
          </a:blip>
          <a:stretch>
            <a:fillRect/>
          </a:stretch>
        </p:blipFill>
        <p:spPr>
          <a:xfrm>
            <a:off x="6387150" y="3089900"/>
            <a:ext cx="1831717" cy="1369800"/>
          </a:xfrm>
          <a:prstGeom prst="rect">
            <a:avLst/>
          </a:prstGeom>
          <a:noFill/>
          <a:ln cap="flat" cmpd="sng" w="28575">
            <a:solidFill>
              <a:srgbClr val="4A86E8"/>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