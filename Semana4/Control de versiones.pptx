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Encode Sans"/>
      <p:regular r:id="rId22"/>
      <p:bold r:id="rId23"/>
    </p:embeddedFont>
    <p:embeddedFont>
      <p:font typeface="Montserrat"/>
      <p:regular r:id="rId24"/>
      <p:bold r:id="rId25"/>
      <p:italic r:id="rId26"/>
      <p:boldItalic r:id="rId27"/>
    </p:embeddedFont>
    <p:embeddedFont>
      <p:font typeface="Montserrat Light"/>
      <p:regular r:id="rId28"/>
      <p:bold r:id="rId29"/>
      <p:italic r:id="rId30"/>
      <p:boldItalic r:id="rId31"/>
    </p:embeddedFont>
    <p:embeddedFont>
      <p:font typeface="Encode Sans ExtraBold"/>
      <p:bold r:id="rId32"/>
    </p:embeddedFont>
    <p:embeddedFont>
      <p:font typeface="Roboto Mon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7" roundtripDataSignature="AMtx7mh3jHT4uto+uY95TQXdo6eM3KNV1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EncodeSans-regular.fntdata"/><Relationship Id="rId21" Type="http://schemas.openxmlformats.org/officeDocument/2006/relationships/slide" Target="slides/slide16.xml"/><Relationship Id="rId24" Type="http://schemas.openxmlformats.org/officeDocument/2006/relationships/font" Target="fonts/Montserrat-regular.fntdata"/><Relationship Id="rId23" Type="http://schemas.openxmlformats.org/officeDocument/2006/relationships/font" Target="fonts/Encode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italic.fntdata"/><Relationship Id="rId25" Type="http://schemas.openxmlformats.org/officeDocument/2006/relationships/font" Target="fonts/Montserrat-bold.fntdata"/><Relationship Id="rId28" Type="http://schemas.openxmlformats.org/officeDocument/2006/relationships/font" Target="fonts/MontserratLight-regular.fntdata"/><Relationship Id="rId27" Type="http://schemas.openxmlformats.org/officeDocument/2006/relationships/font" Target="fonts/Montserrat-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Light-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Light-boldItalic.fntdata"/><Relationship Id="rId30" Type="http://schemas.openxmlformats.org/officeDocument/2006/relationships/font" Target="fonts/MontserratLight-italic.fntdata"/><Relationship Id="rId11" Type="http://schemas.openxmlformats.org/officeDocument/2006/relationships/slide" Target="slides/slide6.xml"/><Relationship Id="rId33" Type="http://schemas.openxmlformats.org/officeDocument/2006/relationships/font" Target="fonts/RobotoMono-regular.fntdata"/><Relationship Id="rId10" Type="http://schemas.openxmlformats.org/officeDocument/2006/relationships/slide" Target="slides/slide5.xml"/><Relationship Id="rId32" Type="http://schemas.openxmlformats.org/officeDocument/2006/relationships/font" Target="fonts/EncodeSansExtraBold-bold.fntdata"/><Relationship Id="rId13" Type="http://schemas.openxmlformats.org/officeDocument/2006/relationships/slide" Target="slides/slide8.xml"/><Relationship Id="rId35" Type="http://schemas.openxmlformats.org/officeDocument/2006/relationships/font" Target="fonts/RobotoMono-italic.fntdata"/><Relationship Id="rId12" Type="http://schemas.openxmlformats.org/officeDocument/2006/relationships/slide" Target="slides/slide7.xml"/><Relationship Id="rId34" Type="http://schemas.openxmlformats.org/officeDocument/2006/relationships/font" Target="fonts/RobotoMono-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RobotoMon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 name="Google Shape;5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46a3afb4a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g346a3afb4a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17"/>
          <p:cNvSpPr txBox="1"/>
          <p:nvPr>
            <p:ph type="ctrTitle"/>
          </p:nvPr>
        </p:nvSpPr>
        <p:spPr>
          <a:xfrm>
            <a:off x="311700" y="1197075"/>
            <a:ext cx="8520600" cy="1716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5200"/>
              <a:buFont typeface="Montserrat"/>
              <a:buNone/>
              <a:defRPr b="1" sz="5200">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4" name="Google Shape;14;p17"/>
          <p:cNvSpPr txBox="1"/>
          <p:nvPr>
            <p:ph idx="1" type="subTitle"/>
          </p:nvPr>
        </p:nvSpPr>
        <p:spPr>
          <a:xfrm>
            <a:off x="311700" y="3307413"/>
            <a:ext cx="8520600" cy="792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2800"/>
              <a:buFont typeface="Montserrat"/>
              <a:buNone/>
              <a:defRPr sz="2800">
                <a:latin typeface="Montserrat"/>
                <a:ea typeface="Montserrat"/>
                <a:cs typeface="Montserrat"/>
                <a:sym typeface="Montserra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17"/>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18"/>
          <p:cNvSpPr txBox="1"/>
          <p:nvPr>
            <p:ph type="title"/>
          </p:nvPr>
        </p:nvSpPr>
        <p:spPr>
          <a:xfrm>
            <a:off x="311700" y="1984800"/>
            <a:ext cx="8520600" cy="1173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Montserrat"/>
              <a:buNone/>
              <a:defRPr b="1" sz="3600">
                <a:latin typeface="Montserrat"/>
                <a:ea typeface="Montserrat"/>
                <a:cs typeface="Montserrat"/>
                <a:sym typeface="Montserrat"/>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8" name="Google Shape;18;p18"/>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19"/>
          <p:cNvSpPr txBox="1"/>
          <p:nvPr>
            <p:ph type="title"/>
          </p:nvPr>
        </p:nvSpPr>
        <p:spPr>
          <a:xfrm>
            <a:off x="311700" y="993350"/>
            <a:ext cx="8520600" cy="975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2800"/>
              <a:buFont typeface="Montserrat"/>
              <a:buNone/>
              <a:defRPr b="1">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19"/>
          <p:cNvSpPr txBox="1"/>
          <p:nvPr>
            <p:ph idx="1" type="body"/>
          </p:nvPr>
        </p:nvSpPr>
        <p:spPr>
          <a:xfrm>
            <a:off x="311700" y="1969350"/>
            <a:ext cx="8520600" cy="26013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Encode Sans"/>
              <a:buChar char="●"/>
              <a:defRPr>
                <a:latin typeface="Encode Sans"/>
                <a:ea typeface="Encode Sans"/>
                <a:cs typeface="Encode Sans"/>
                <a:sym typeface="Encode Sans"/>
              </a:defRPr>
            </a:lvl1pPr>
            <a:lvl2pPr indent="-317500" lvl="1" marL="914400" algn="l">
              <a:lnSpc>
                <a:spcPct val="115000"/>
              </a:lnSpc>
              <a:spcBef>
                <a:spcPts val="0"/>
              </a:spcBef>
              <a:spcAft>
                <a:spcPts val="0"/>
              </a:spcAft>
              <a:buSzPts val="1400"/>
              <a:buFont typeface="Encode Sans"/>
              <a:buChar char="○"/>
              <a:defRPr>
                <a:latin typeface="Encode Sans"/>
                <a:ea typeface="Encode Sans"/>
                <a:cs typeface="Encode Sans"/>
                <a:sym typeface="Encode Sans"/>
              </a:defRPr>
            </a:lvl2pPr>
            <a:lvl3pPr indent="-317500" lvl="2" marL="1371600" algn="l">
              <a:lnSpc>
                <a:spcPct val="115000"/>
              </a:lnSpc>
              <a:spcBef>
                <a:spcPts val="0"/>
              </a:spcBef>
              <a:spcAft>
                <a:spcPts val="0"/>
              </a:spcAft>
              <a:buSzPts val="1400"/>
              <a:buFont typeface="Encode Sans"/>
              <a:buChar char="■"/>
              <a:defRPr>
                <a:latin typeface="Encode Sans"/>
                <a:ea typeface="Encode Sans"/>
                <a:cs typeface="Encode Sans"/>
                <a:sym typeface="Encode Sans"/>
              </a:defRPr>
            </a:lvl3pPr>
            <a:lvl4pPr indent="-317500" lvl="3" marL="1828800" algn="l">
              <a:lnSpc>
                <a:spcPct val="115000"/>
              </a:lnSpc>
              <a:spcBef>
                <a:spcPts val="0"/>
              </a:spcBef>
              <a:spcAft>
                <a:spcPts val="0"/>
              </a:spcAft>
              <a:buSzPts val="1400"/>
              <a:buFont typeface="Encode Sans"/>
              <a:buChar char="●"/>
              <a:defRPr>
                <a:latin typeface="Encode Sans"/>
                <a:ea typeface="Encode Sans"/>
                <a:cs typeface="Encode Sans"/>
                <a:sym typeface="Encode Sans"/>
              </a:defRPr>
            </a:lvl4pPr>
            <a:lvl5pPr indent="-317500" lvl="4" marL="2286000" algn="l">
              <a:lnSpc>
                <a:spcPct val="115000"/>
              </a:lnSpc>
              <a:spcBef>
                <a:spcPts val="0"/>
              </a:spcBef>
              <a:spcAft>
                <a:spcPts val="0"/>
              </a:spcAft>
              <a:buSzPts val="1400"/>
              <a:buFont typeface="Encode Sans"/>
              <a:buChar char="○"/>
              <a:defRPr>
                <a:latin typeface="Encode Sans"/>
                <a:ea typeface="Encode Sans"/>
                <a:cs typeface="Encode Sans"/>
                <a:sym typeface="Encode Sans"/>
              </a:defRPr>
            </a:lvl5pPr>
            <a:lvl6pPr indent="-317500" lvl="5" marL="2743200" algn="l">
              <a:lnSpc>
                <a:spcPct val="115000"/>
              </a:lnSpc>
              <a:spcBef>
                <a:spcPts val="0"/>
              </a:spcBef>
              <a:spcAft>
                <a:spcPts val="0"/>
              </a:spcAft>
              <a:buSzPts val="1400"/>
              <a:buFont typeface="Encode Sans"/>
              <a:buChar char="■"/>
              <a:defRPr>
                <a:latin typeface="Encode Sans"/>
                <a:ea typeface="Encode Sans"/>
                <a:cs typeface="Encode Sans"/>
                <a:sym typeface="Encode Sans"/>
              </a:defRPr>
            </a:lvl6pPr>
            <a:lvl7pPr indent="-317500" lvl="6" marL="3200400" algn="l">
              <a:lnSpc>
                <a:spcPct val="115000"/>
              </a:lnSpc>
              <a:spcBef>
                <a:spcPts val="0"/>
              </a:spcBef>
              <a:spcAft>
                <a:spcPts val="0"/>
              </a:spcAft>
              <a:buSzPts val="1400"/>
              <a:buFont typeface="Encode Sans"/>
              <a:buChar char="●"/>
              <a:defRPr>
                <a:latin typeface="Encode Sans"/>
                <a:ea typeface="Encode Sans"/>
                <a:cs typeface="Encode Sans"/>
                <a:sym typeface="Encode Sans"/>
              </a:defRPr>
            </a:lvl7pPr>
            <a:lvl8pPr indent="-317500" lvl="7" marL="3657600" algn="l">
              <a:lnSpc>
                <a:spcPct val="115000"/>
              </a:lnSpc>
              <a:spcBef>
                <a:spcPts val="0"/>
              </a:spcBef>
              <a:spcAft>
                <a:spcPts val="0"/>
              </a:spcAft>
              <a:buSzPts val="1400"/>
              <a:buFont typeface="Encode Sans"/>
              <a:buChar char="○"/>
              <a:defRPr>
                <a:latin typeface="Encode Sans"/>
                <a:ea typeface="Encode Sans"/>
                <a:cs typeface="Encode Sans"/>
                <a:sym typeface="Encode Sans"/>
              </a:defRPr>
            </a:lvl8pPr>
            <a:lvl9pPr indent="-317500" lvl="8" marL="4114800" algn="l">
              <a:lnSpc>
                <a:spcPct val="115000"/>
              </a:lnSpc>
              <a:spcBef>
                <a:spcPts val="0"/>
              </a:spcBef>
              <a:spcAft>
                <a:spcPts val="0"/>
              </a:spcAft>
              <a:buSzPts val="1400"/>
              <a:buFont typeface="Encode Sans"/>
              <a:buChar char="■"/>
              <a:defRPr>
                <a:latin typeface="Encode Sans"/>
                <a:ea typeface="Encode Sans"/>
                <a:cs typeface="Encode Sans"/>
                <a:sym typeface="Encode Sans"/>
              </a:defRPr>
            </a:lvl9pPr>
          </a:lstStyle>
          <a:p/>
        </p:txBody>
      </p:sp>
      <p:sp>
        <p:nvSpPr>
          <p:cNvPr id="22" name="Google Shape;22;p19"/>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20"/>
          <p:cNvSpPr txBox="1"/>
          <p:nvPr>
            <p:ph type="title"/>
          </p:nvPr>
        </p:nvSpPr>
        <p:spPr>
          <a:xfrm>
            <a:off x="311700" y="993350"/>
            <a:ext cx="8520600" cy="975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2800"/>
              <a:buFont typeface="Montserrat"/>
              <a:buNone/>
              <a:defRPr b="1">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20"/>
          <p:cNvSpPr txBox="1"/>
          <p:nvPr>
            <p:ph idx="1" type="body"/>
          </p:nvPr>
        </p:nvSpPr>
        <p:spPr>
          <a:xfrm>
            <a:off x="311700" y="2054300"/>
            <a:ext cx="3999900" cy="2609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Encode Sans"/>
              <a:buChar char="●"/>
              <a:defRPr sz="1400">
                <a:latin typeface="Encode Sans"/>
                <a:ea typeface="Encode Sans"/>
                <a:cs typeface="Encode Sans"/>
                <a:sym typeface="Encode Sans"/>
              </a:defRPr>
            </a:lvl1pPr>
            <a:lvl2pPr indent="-304800" lvl="1" marL="9144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2pPr>
            <a:lvl3pPr indent="-304800" lvl="2" marL="13716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3pPr>
            <a:lvl4pPr indent="-304800" lvl="3" marL="18288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4pPr>
            <a:lvl5pPr indent="-304800" lvl="4" marL="22860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5pPr>
            <a:lvl6pPr indent="-304800" lvl="5" marL="27432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6pPr>
            <a:lvl7pPr indent="-304800" lvl="6" marL="32004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7pPr>
            <a:lvl8pPr indent="-304800" lvl="7" marL="36576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8pPr>
            <a:lvl9pPr indent="-304800" lvl="8" marL="41148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9pPr>
          </a:lstStyle>
          <a:p/>
        </p:txBody>
      </p:sp>
      <p:sp>
        <p:nvSpPr>
          <p:cNvPr id="26" name="Google Shape;26;p20"/>
          <p:cNvSpPr txBox="1"/>
          <p:nvPr>
            <p:ph idx="2" type="body"/>
          </p:nvPr>
        </p:nvSpPr>
        <p:spPr>
          <a:xfrm>
            <a:off x="4832400" y="2054150"/>
            <a:ext cx="3999900" cy="2609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Encode Sans"/>
              <a:buChar char="●"/>
              <a:defRPr sz="1400">
                <a:latin typeface="Encode Sans"/>
                <a:ea typeface="Encode Sans"/>
                <a:cs typeface="Encode Sans"/>
                <a:sym typeface="Encode Sans"/>
              </a:defRPr>
            </a:lvl1pPr>
            <a:lvl2pPr indent="-304800" lvl="1" marL="9144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2pPr>
            <a:lvl3pPr indent="-304800" lvl="2" marL="13716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3pPr>
            <a:lvl4pPr indent="-304800" lvl="3" marL="18288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4pPr>
            <a:lvl5pPr indent="-304800" lvl="4" marL="22860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5pPr>
            <a:lvl6pPr indent="-304800" lvl="5" marL="27432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6pPr>
            <a:lvl7pPr indent="-304800" lvl="6" marL="32004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7pPr>
            <a:lvl8pPr indent="-304800" lvl="7" marL="36576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8pPr>
            <a:lvl9pPr indent="-304800" lvl="8" marL="41148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9pPr>
          </a:lstStyle>
          <a:p/>
        </p:txBody>
      </p:sp>
      <p:sp>
        <p:nvSpPr>
          <p:cNvPr id="27" name="Google Shape;27;p20"/>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21"/>
          <p:cNvSpPr txBox="1"/>
          <p:nvPr>
            <p:ph type="title"/>
          </p:nvPr>
        </p:nvSpPr>
        <p:spPr>
          <a:xfrm>
            <a:off x="311700" y="993350"/>
            <a:ext cx="8520600" cy="975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2800"/>
              <a:buFont typeface="Montserrat"/>
              <a:buNone/>
              <a:defRPr b="1">
                <a:latin typeface="Montserrat"/>
                <a:ea typeface="Montserrat"/>
                <a:cs typeface="Montserrat"/>
                <a:sym typeface="Montserrat"/>
              </a:defRPr>
            </a:lvl1pPr>
            <a:lvl2pPr lvl="1" algn="ctr">
              <a:lnSpc>
                <a:spcPct val="100000"/>
              </a:lnSpc>
              <a:spcBef>
                <a:spcPts val="0"/>
              </a:spcBef>
              <a:spcAft>
                <a:spcPts val="0"/>
              </a:spcAft>
              <a:buSzPts val="2800"/>
              <a:buFont typeface="Montserrat"/>
              <a:buNone/>
              <a:defRPr b="1">
                <a:latin typeface="Montserrat"/>
                <a:ea typeface="Montserrat"/>
                <a:cs typeface="Montserrat"/>
                <a:sym typeface="Montserrat"/>
              </a:defRPr>
            </a:lvl2pPr>
            <a:lvl3pPr lvl="2" algn="ctr">
              <a:lnSpc>
                <a:spcPct val="100000"/>
              </a:lnSpc>
              <a:spcBef>
                <a:spcPts val="0"/>
              </a:spcBef>
              <a:spcAft>
                <a:spcPts val="0"/>
              </a:spcAft>
              <a:buSzPts val="2800"/>
              <a:buFont typeface="Montserrat"/>
              <a:buNone/>
              <a:defRPr b="1">
                <a:latin typeface="Montserrat"/>
                <a:ea typeface="Montserrat"/>
                <a:cs typeface="Montserrat"/>
                <a:sym typeface="Montserrat"/>
              </a:defRPr>
            </a:lvl3pPr>
            <a:lvl4pPr lvl="3" algn="ctr">
              <a:lnSpc>
                <a:spcPct val="100000"/>
              </a:lnSpc>
              <a:spcBef>
                <a:spcPts val="0"/>
              </a:spcBef>
              <a:spcAft>
                <a:spcPts val="0"/>
              </a:spcAft>
              <a:buSzPts val="2800"/>
              <a:buFont typeface="Montserrat"/>
              <a:buNone/>
              <a:defRPr b="1">
                <a:latin typeface="Montserrat"/>
                <a:ea typeface="Montserrat"/>
                <a:cs typeface="Montserrat"/>
                <a:sym typeface="Montserrat"/>
              </a:defRPr>
            </a:lvl4pPr>
            <a:lvl5pPr lvl="4" algn="ctr">
              <a:lnSpc>
                <a:spcPct val="100000"/>
              </a:lnSpc>
              <a:spcBef>
                <a:spcPts val="0"/>
              </a:spcBef>
              <a:spcAft>
                <a:spcPts val="0"/>
              </a:spcAft>
              <a:buSzPts val="2800"/>
              <a:buFont typeface="Montserrat"/>
              <a:buNone/>
              <a:defRPr b="1">
                <a:latin typeface="Montserrat"/>
                <a:ea typeface="Montserrat"/>
                <a:cs typeface="Montserrat"/>
                <a:sym typeface="Montserrat"/>
              </a:defRPr>
            </a:lvl5pPr>
            <a:lvl6pPr lvl="5" algn="ctr">
              <a:lnSpc>
                <a:spcPct val="100000"/>
              </a:lnSpc>
              <a:spcBef>
                <a:spcPts val="0"/>
              </a:spcBef>
              <a:spcAft>
                <a:spcPts val="0"/>
              </a:spcAft>
              <a:buSzPts val="2800"/>
              <a:buFont typeface="Montserrat"/>
              <a:buNone/>
              <a:defRPr b="1">
                <a:latin typeface="Montserrat"/>
                <a:ea typeface="Montserrat"/>
                <a:cs typeface="Montserrat"/>
                <a:sym typeface="Montserrat"/>
              </a:defRPr>
            </a:lvl6pPr>
            <a:lvl7pPr lvl="6" algn="ctr">
              <a:lnSpc>
                <a:spcPct val="100000"/>
              </a:lnSpc>
              <a:spcBef>
                <a:spcPts val="0"/>
              </a:spcBef>
              <a:spcAft>
                <a:spcPts val="0"/>
              </a:spcAft>
              <a:buSzPts val="2800"/>
              <a:buFont typeface="Montserrat"/>
              <a:buNone/>
              <a:defRPr b="1">
                <a:latin typeface="Montserrat"/>
                <a:ea typeface="Montserrat"/>
                <a:cs typeface="Montserrat"/>
                <a:sym typeface="Montserrat"/>
              </a:defRPr>
            </a:lvl7pPr>
            <a:lvl8pPr lvl="7" algn="ctr">
              <a:lnSpc>
                <a:spcPct val="100000"/>
              </a:lnSpc>
              <a:spcBef>
                <a:spcPts val="0"/>
              </a:spcBef>
              <a:spcAft>
                <a:spcPts val="0"/>
              </a:spcAft>
              <a:buSzPts val="2800"/>
              <a:buFont typeface="Montserrat"/>
              <a:buNone/>
              <a:defRPr b="1">
                <a:latin typeface="Montserrat"/>
                <a:ea typeface="Montserrat"/>
                <a:cs typeface="Montserrat"/>
                <a:sym typeface="Montserrat"/>
              </a:defRPr>
            </a:lvl8pPr>
            <a:lvl9pPr lvl="8" algn="ctr">
              <a:lnSpc>
                <a:spcPct val="100000"/>
              </a:lnSpc>
              <a:spcBef>
                <a:spcPts val="0"/>
              </a:spcBef>
              <a:spcAft>
                <a:spcPts val="0"/>
              </a:spcAft>
              <a:buSzPts val="2800"/>
              <a:buFont typeface="Montserrat"/>
              <a:buNone/>
              <a:defRPr b="1">
                <a:latin typeface="Montserrat"/>
                <a:ea typeface="Montserrat"/>
                <a:cs typeface="Montserrat"/>
                <a:sym typeface="Montserrat"/>
              </a:defRPr>
            </a:lvl9pPr>
          </a:lstStyle>
          <a:p/>
        </p:txBody>
      </p:sp>
      <p:sp>
        <p:nvSpPr>
          <p:cNvPr id="30" name="Google Shape;30;p21"/>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22"/>
          <p:cNvSpPr txBox="1"/>
          <p:nvPr>
            <p:ph type="title"/>
          </p:nvPr>
        </p:nvSpPr>
        <p:spPr>
          <a:xfrm>
            <a:off x="311700" y="1042600"/>
            <a:ext cx="2808000" cy="1058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2400"/>
              <a:buFont typeface="Montserrat"/>
              <a:buNone/>
              <a:defRPr b="1" sz="2400">
                <a:latin typeface="Montserrat"/>
                <a:ea typeface="Montserrat"/>
                <a:cs typeface="Montserrat"/>
                <a:sym typeface="Montserrat"/>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3" name="Google Shape;33;p22"/>
          <p:cNvSpPr txBox="1"/>
          <p:nvPr>
            <p:ph idx="1" type="body"/>
          </p:nvPr>
        </p:nvSpPr>
        <p:spPr>
          <a:xfrm>
            <a:off x="311700" y="1389600"/>
            <a:ext cx="2808000" cy="3182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1pPr>
            <a:lvl2pPr indent="-304800" lvl="1" marL="9144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2pPr>
            <a:lvl3pPr indent="-304800" lvl="2" marL="13716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3pPr>
            <a:lvl4pPr indent="-304800" lvl="3" marL="18288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4pPr>
            <a:lvl5pPr indent="-304800" lvl="4" marL="22860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5pPr>
            <a:lvl6pPr indent="-304800" lvl="5" marL="27432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6pPr>
            <a:lvl7pPr indent="-304800" lvl="6" marL="32004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7pPr>
            <a:lvl8pPr indent="-304800" lvl="7" marL="36576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8pPr>
            <a:lvl9pPr indent="-304800" lvl="8" marL="41148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9pPr>
          </a:lstStyle>
          <a:p/>
        </p:txBody>
      </p:sp>
      <p:sp>
        <p:nvSpPr>
          <p:cNvPr id="34" name="Google Shape;34;p22"/>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23"/>
          <p:cNvSpPr txBox="1"/>
          <p:nvPr>
            <p:ph type="title"/>
          </p:nvPr>
        </p:nvSpPr>
        <p:spPr>
          <a:xfrm>
            <a:off x="490250" y="973100"/>
            <a:ext cx="6367800" cy="3382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Font typeface="Montserrat"/>
              <a:buNone/>
              <a:defRPr b="1" sz="4800">
                <a:latin typeface="Montserrat"/>
                <a:ea typeface="Montserrat"/>
                <a:cs typeface="Montserrat"/>
                <a:sym typeface="Montserrat"/>
              </a:defRPr>
            </a:lvl1pPr>
            <a:lvl2pPr lvl="1" algn="l">
              <a:lnSpc>
                <a:spcPct val="100000"/>
              </a:lnSpc>
              <a:spcBef>
                <a:spcPts val="0"/>
              </a:spcBef>
              <a:spcAft>
                <a:spcPts val="0"/>
              </a:spcAft>
              <a:buSzPts val="4800"/>
              <a:buFont typeface="Montserrat"/>
              <a:buNone/>
              <a:defRPr b="1" sz="4800">
                <a:latin typeface="Montserrat"/>
                <a:ea typeface="Montserrat"/>
                <a:cs typeface="Montserrat"/>
                <a:sym typeface="Montserrat"/>
              </a:defRPr>
            </a:lvl2pPr>
            <a:lvl3pPr lvl="2" algn="l">
              <a:lnSpc>
                <a:spcPct val="100000"/>
              </a:lnSpc>
              <a:spcBef>
                <a:spcPts val="0"/>
              </a:spcBef>
              <a:spcAft>
                <a:spcPts val="0"/>
              </a:spcAft>
              <a:buSzPts val="4800"/>
              <a:buFont typeface="Montserrat"/>
              <a:buNone/>
              <a:defRPr b="1" sz="4800">
                <a:latin typeface="Montserrat"/>
                <a:ea typeface="Montserrat"/>
                <a:cs typeface="Montserrat"/>
                <a:sym typeface="Montserrat"/>
              </a:defRPr>
            </a:lvl3pPr>
            <a:lvl4pPr lvl="3" algn="l">
              <a:lnSpc>
                <a:spcPct val="100000"/>
              </a:lnSpc>
              <a:spcBef>
                <a:spcPts val="0"/>
              </a:spcBef>
              <a:spcAft>
                <a:spcPts val="0"/>
              </a:spcAft>
              <a:buSzPts val="4800"/>
              <a:buFont typeface="Montserrat"/>
              <a:buNone/>
              <a:defRPr b="1" sz="4800">
                <a:latin typeface="Montserrat"/>
                <a:ea typeface="Montserrat"/>
                <a:cs typeface="Montserrat"/>
                <a:sym typeface="Montserrat"/>
              </a:defRPr>
            </a:lvl4pPr>
            <a:lvl5pPr lvl="4" algn="l">
              <a:lnSpc>
                <a:spcPct val="100000"/>
              </a:lnSpc>
              <a:spcBef>
                <a:spcPts val="0"/>
              </a:spcBef>
              <a:spcAft>
                <a:spcPts val="0"/>
              </a:spcAft>
              <a:buSzPts val="4800"/>
              <a:buFont typeface="Montserrat"/>
              <a:buNone/>
              <a:defRPr b="1" sz="4800">
                <a:latin typeface="Montserrat"/>
                <a:ea typeface="Montserrat"/>
                <a:cs typeface="Montserrat"/>
                <a:sym typeface="Montserrat"/>
              </a:defRPr>
            </a:lvl5pPr>
            <a:lvl6pPr lvl="5" algn="l">
              <a:lnSpc>
                <a:spcPct val="100000"/>
              </a:lnSpc>
              <a:spcBef>
                <a:spcPts val="0"/>
              </a:spcBef>
              <a:spcAft>
                <a:spcPts val="0"/>
              </a:spcAft>
              <a:buSzPts val="4800"/>
              <a:buFont typeface="Montserrat"/>
              <a:buNone/>
              <a:defRPr b="1" sz="4800">
                <a:latin typeface="Montserrat"/>
                <a:ea typeface="Montserrat"/>
                <a:cs typeface="Montserrat"/>
                <a:sym typeface="Montserrat"/>
              </a:defRPr>
            </a:lvl6pPr>
            <a:lvl7pPr lvl="6" algn="l">
              <a:lnSpc>
                <a:spcPct val="100000"/>
              </a:lnSpc>
              <a:spcBef>
                <a:spcPts val="0"/>
              </a:spcBef>
              <a:spcAft>
                <a:spcPts val="0"/>
              </a:spcAft>
              <a:buSzPts val="4800"/>
              <a:buFont typeface="Montserrat"/>
              <a:buNone/>
              <a:defRPr b="1" sz="4800">
                <a:latin typeface="Montserrat"/>
                <a:ea typeface="Montserrat"/>
                <a:cs typeface="Montserrat"/>
                <a:sym typeface="Montserrat"/>
              </a:defRPr>
            </a:lvl7pPr>
            <a:lvl8pPr lvl="7" algn="l">
              <a:lnSpc>
                <a:spcPct val="100000"/>
              </a:lnSpc>
              <a:spcBef>
                <a:spcPts val="0"/>
              </a:spcBef>
              <a:spcAft>
                <a:spcPts val="0"/>
              </a:spcAft>
              <a:buSzPts val="4800"/>
              <a:buFont typeface="Montserrat"/>
              <a:buNone/>
              <a:defRPr b="1" sz="4800">
                <a:latin typeface="Montserrat"/>
                <a:ea typeface="Montserrat"/>
                <a:cs typeface="Montserrat"/>
                <a:sym typeface="Montserrat"/>
              </a:defRPr>
            </a:lvl8pPr>
            <a:lvl9pPr lvl="8" algn="l">
              <a:lnSpc>
                <a:spcPct val="100000"/>
              </a:lnSpc>
              <a:spcBef>
                <a:spcPts val="0"/>
              </a:spcBef>
              <a:spcAft>
                <a:spcPts val="0"/>
              </a:spcAft>
              <a:buSzPts val="4800"/>
              <a:buFont typeface="Montserrat"/>
              <a:buNone/>
              <a:defRPr b="1" sz="4800">
                <a:latin typeface="Montserrat"/>
                <a:ea typeface="Montserrat"/>
                <a:cs typeface="Montserrat"/>
                <a:sym typeface="Montserrat"/>
              </a:defRPr>
            </a:lvl9pPr>
          </a:lstStyle>
          <a:p/>
        </p:txBody>
      </p:sp>
      <p:sp>
        <p:nvSpPr>
          <p:cNvPr id="37" name="Google Shape;37;p23"/>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2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4"/>
          <p:cNvSpPr txBox="1"/>
          <p:nvPr>
            <p:ph type="title"/>
          </p:nvPr>
        </p:nvSpPr>
        <p:spPr>
          <a:xfrm>
            <a:off x="265500" y="1073500"/>
            <a:ext cx="4045200" cy="1729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Font typeface="Encode Sans"/>
              <a:buNone/>
              <a:defRPr b="1" sz="4200">
                <a:latin typeface="Encode Sans"/>
                <a:ea typeface="Encode Sans"/>
                <a:cs typeface="Encode Sans"/>
                <a:sym typeface="Encode Sans"/>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1" name="Google Shape;41;p24"/>
          <p:cNvSpPr txBox="1"/>
          <p:nvPr>
            <p:ph idx="1" type="subTitle"/>
          </p:nvPr>
        </p:nvSpPr>
        <p:spPr>
          <a:xfrm>
            <a:off x="265500" y="2803075"/>
            <a:ext cx="4045200" cy="1235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2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dk1"/>
              </a:buClr>
              <a:buSzPts val="1800"/>
              <a:buFont typeface="Encode Sans"/>
              <a:buChar char="●"/>
              <a:defRPr>
                <a:solidFill>
                  <a:schemeClr val="dk1"/>
                </a:solidFill>
                <a:latin typeface="Encode Sans"/>
                <a:ea typeface="Encode Sans"/>
                <a:cs typeface="Encode Sans"/>
                <a:sym typeface="Encode Sans"/>
              </a:defRPr>
            </a:lvl1pPr>
            <a:lvl2pPr indent="-317500" lvl="1" marL="9144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2pPr>
            <a:lvl3pPr indent="-317500" lvl="2" marL="13716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3pPr>
            <a:lvl4pPr indent="-317500" lvl="3" marL="18288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4pPr>
            <a:lvl5pPr indent="-317500" lvl="4" marL="22860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5pPr>
            <a:lvl6pPr indent="-317500" lvl="5" marL="27432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6pPr>
            <a:lvl7pPr indent="-317500" lvl="6" marL="32004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7pPr>
            <a:lvl8pPr indent="-317500" lvl="7" marL="36576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8pPr>
            <a:lvl9pPr indent="-317500" lvl="8" marL="41148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9pPr>
          </a:lstStyle>
          <a:p/>
        </p:txBody>
      </p:sp>
      <p:sp>
        <p:nvSpPr>
          <p:cNvPr id="43" name="Google Shape;43;p24"/>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25"/>
          <p:cNvSpPr txBox="1"/>
          <p:nvPr>
            <p:ph idx="1" type="body"/>
          </p:nvPr>
        </p:nvSpPr>
        <p:spPr>
          <a:xfrm>
            <a:off x="49125" y="4179425"/>
            <a:ext cx="5634900" cy="3936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Font typeface="Montserrat"/>
              <a:buNone/>
              <a:defRPr>
                <a:latin typeface="Montserrat"/>
                <a:ea typeface="Montserrat"/>
                <a:cs typeface="Montserrat"/>
                <a:sym typeface="Montserrat"/>
              </a:defRPr>
            </a:lvl1pPr>
          </a:lstStyle>
          <a:p/>
        </p:txBody>
      </p:sp>
      <p:sp>
        <p:nvSpPr>
          <p:cNvPr id="46" name="Google Shape;46;p25"/>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2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1pPr>
            <a:lvl2pPr lvl="1"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2pPr>
            <a:lvl3pPr lvl="2"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3pPr>
            <a:lvl4pPr lvl="3"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4pPr>
            <a:lvl5pPr lvl="4"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5pPr>
            <a:lvl6pPr lvl="5"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6pPr>
            <a:lvl7pPr lvl="6"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7pPr>
            <a:lvl8pPr lvl="7"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8pPr>
            <a:lvl9pPr lvl="8"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9pPr>
          </a:lstStyle>
          <a:p>
            <a:r>
              <a:t>xx%</a:t>
            </a:r>
          </a:p>
        </p:txBody>
      </p:sp>
      <p:sp>
        <p:nvSpPr>
          <p:cNvPr id="49" name="Google Shape;49;p2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Font typeface="Encode Sans"/>
              <a:buChar char="●"/>
              <a:defRPr>
                <a:latin typeface="Encode Sans"/>
                <a:ea typeface="Encode Sans"/>
                <a:cs typeface="Encode Sans"/>
                <a:sym typeface="Encode Sans"/>
              </a:defRPr>
            </a:lvl1pPr>
            <a:lvl2pPr indent="-317500" lvl="1" marL="914400" algn="ctr">
              <a:lnSpc>
                <a:spcPct val="115000"/>
              </a:lnSpc>
              <a:spcBef>
                <a:spcPts val="0"/>
              </a:spcBef>
              <a:spcAft>
                <a:spcPts val="0"/>
              </a:spcAft>
              <a:buSzPts val="1400"/>
              <a:buFont typeface="Encode Sans"/>
              <a:buChar char="○"/>
              <a:defRPr>
                <a:latin typeface="Encode Sans"/>
                <a:ea typeface="Encode Sans"/>
                <a:cs typeface="Encode Sans"/>
                <a:sym typeface="Encode Sans"/>
              </a:defRPr>
            </a:lvl2pPr>
            <a:lvl3pPr indent="-317500" lvl="2" marL="1371600" algn="ctr">
              <a:lnSpc>
                <a:spcPct val="115000"/>
              </a:lnSpc>
              <a:spcBef>
                <a:spcPts val="0"/>
              </a:spcBef>
              <a:spcAft>
                <a:spcPts val="0"/>
              </a:spcAft>
              <a:buSzPts val="1400"/>
              <a:buFont typeface="Encode Sans"/>
              <a:buChar char="■"/>
              <a:defRPr>
                <a:latin typeface="Encode Sans"/>
                <a:ea typeface="Encode Sans"/>
                <a:cs typeface="Encode Sans"/>
                <a:sym typeface="Encode Sans"/>
              </a:defRPr>
            </a:lvl3pPr>
            <a:lvl4pPr indent="-317500" lvl="3" marL="1828800" algn="ctr">
              <a:lnSpc>
                <a:spcPct val="115000"/>
              </a:lnSpc>
              <a:spcBef>
                <a:spcPts val="0"/>
              </a:spcBef>
              <a:spcAft>
                <a:spcPts val="0"/>
              </a:spcAft>
              <a:buSzPts val="1400"/>
              <a:buFont typeface="Encode Sans"/>
              <a:buChar char="●"/>
              <a:defRPr>
                <a:latin typeface="Encode Sans"/>
                <a:ea typeface="Encode Sans"/>
                <a:cs typeface="Encode Sans"/>
                <a:sym typeface="Encode Sans"/>
              </a:defRPr>
            </a:lvl4pPr>
            <a:lvl5pPr indent="-317500" lvl="4" marL="2286000" algn="ctr">
              <a:lnSpc>
                <a:spcPct val="115000"/>
              </a:lnSpc>
              <a:spcBef>
                <a:spcPts val="0"/>
              </a:spcBef>
              <a:spcAft>
                <a:spcPts val="0"/>
              </a:spcAft>
              <a:buSzPts val="1400"/>
              <a:buFont typeface="Encode Sans"/>
              <a:buChar char="○"/>
              <a:defRPr>
                <a:latin typeface="Encode Sans"/>
                <a:ea typeface="Encode Sans"/>
                <a:cs typeface="Encode Sans"/>
                <a:sym typeface="Encode Sans"/>
              </a:defRPr>
            </a:lvl5pPr>
            <a:lvl6pPr indent="-317500" lvl="5" marL="2743200" algn="ctr">
              <a:lnSpc>
                <a:spcPct val="115000"/>
              </a:lnSpc>
              <a:spcBef>
                <a:spcPts val="0"/>
              </a:spcBef>
              <a:spcAft>
                <a:spcPts val="0"/>
              </a:spcAft>
              <a:buSzPts val="1400"/>
              <a:buFont typeface="Encode Sans"/>
              <a:buChar char="■"/>
              <a:defRPr>
                <a:latin typeface="Encode Sans"/>
                <a:ea typeface="Encode Sans"/>
                <a:cs typeface="Encode Sans"/>
                <a:sym typeface="Encode Sans"/>
              </a:defRPr>
            </a:lvl6pPr>
            <a:lvl7pPr indent="-317500" lvl="6" marL="3200400" algn="ctr">
              <a:lnSpc>
                <a:spcPct val="115000"/>
              </a:lnSpc>
              <a:spcBef>
                <a:spcPts val="0"/>
              </a:spcBef>
              <a:spcAft>
                <a:spcPts val="0"/>
              </a:spcAft>
              <a:buSzPts val="1400"/>
              <a:buFont typeface="Encode Sans"/>
              <a:buChar char="●"/>
              <a:defRPr>
                <a:latin typeface="Encode Sans"/>
                <a:ea typeface="Encode Sans"/>
                <a:cs typeface="Encode Sans"/>
                <a:sym typeface="Encode Sans"/>
              </a:defRPr>
            </a:lvl7pPr>
            <a:lvl8pPr indent="-317500" lvl="7" marL="3657600" algn="ctr">
              <a:lnSpc>
                <a:spcPct val="115000"/>
              </a:lnSpc>
              <a:spcBef>
                <a:spcPts val="0"/>
              </a:spcBef>
              <a:spcAft>
                <a:spcPts val="0"/>
              </a:spcAft>
              <a:buSzPts val="1400"/>
              <a:buFont typeface="Encode Sans"/>
              <a:buChar char="○"/>
              <a:defRPr>
                <a:latin typeface="Encode Sans"/>
                <a:ea typeface="Encode Sans"/>
                <a:cs typeface="Encode Sans"/>
                <a:sym typeface="Encode Sans"/>
              </a:defRPr>
            </a:lvl8pPr>
            <a:lvl9pPr indent="-317500" lvl="8" marL="4114800" algn="ctr">
              <a:lnSpc>
                <a:spcPct val="115000"/>
              </a:lnSpc>
              <a:spcBef>
                <a:spcPts val="0"/>
              </a:spcBef>
              <a:spcAft>
                <a:spcPts val="0"/>
              </a:spcAft>
              <a:buSzPts val="1400"/>
              <a:buFont typeface="Encode Sans"/>
              <a:buChar char="■"/>
              <a:defRPr>
                <a:latin typeface="Encode Sans"/>
                <a:ea typeface="Encode Sans"/>
                <a:cs typeface="Encode Sans"/>
                <a:sym typeface="Encode Sans"/>
              </a:defRPr>
            </a:lvl9pPr>
          </a:lstStyle>
          <a:p/>
        </p:txBody>
      </p:sp>
      <p:sp>
        <p:nvSpPr>
          <p:cNvPr id="50" name="Google Shape;50;p26"/>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27"/>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311700" y="993350"/>
            <a:ext cx="8520600" cy="9759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FFFFFF"/>
              </a:buClr>
              <a:buSzPts val="2800"/>
              <a:buFont typeface="Montserrat"/>
              <a:buNone/>
              <a:defRPr b="1" i="0" sz="2800" u="none" cap="none" strike="noStrike">
                <a:solidFill>
                  <a:srgbClr val="FFFFFF"/>
                </a:solidFill>
                <a:latin typeface="Montserrat"/>
                <a:ea typeface="Montserrat"/>
                <a:cs typeface="Montserrat"/>
                <a:sym typeface="Montserrat"/>
              </a:defRPr>
            </a:lvl1pPr>
            <a:lvl2pPr lvl="1"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2pPr>
            <a:lvl3pPr lvl="2"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3pPr>
            <a:lvl4pPr lvl="3"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4pPr>
            <a:lvl5pPr lvl="4"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5pPr>
            <a:lvl6pPr lvl="5"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6pPr>
            <a:lvl7pPr lvl="6"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7pPr>
            <a:lvl8pPr lvl="7"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8pPr>
            <a:lvl9pPr lvl="8"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9pPr>
          </a:lstStyle>
          <a:p/>
        </p:txBody>
      </p:sp>
      <p:sp>
        <p:nvSpPr>
          <p:cNvPr id="7" name="Google Shape;7;p16"/>
          <p:cNvSpPr txBox="1"/>
          <p:nvPr>
            <p:ph idx="1" type="body"/>
          </p:nvPr>
        </p:nvSpPr>
        <p:spPr>
          <a:xfrm>
            <a:off x="311700" y="1969350"/>
            <a:ext cx="8520600" cy="26013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rgbClr val="FFFFFF"/>
              </a:buClr>
              <a:buSzPts val="1800"/>
              <a:buFont typeface="Encode Sans"/>
              <a:buChar char="●"/>
              <a:defRPr b="0" i="0" sz="1800" u="none" cap="none" strike="noStrike">
                <a:solidFill>
                  <a:srgbClr val="FFFFFF"/>
                </a:solidFill>
                <a:latin typeface="Encode Sans"/>
                <a:ea typeface="Encode Sans"/>
                <a:cs typeface="Encode Sans"/>
                <a:sym typeface="Encode Sans"/>
              </a:defRPr>
            </a:lvl1pPr>
            <a:lvl2pPr indent="-317500" lvl="1" marL="9144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2pPr>
            <a:lvl3pPr indent="-317500" lvl="2" marL="13716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3pPr>
            <a:lvl4pPr indent="-317500" lvl="3" marL="18288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4pPr>
            <a:lvl5pPr indent="-317500" lvl="4" marL="22860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5pPr>
            <a:lvl6pPr indent="-317500" lvl="5" marL="27432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6pPr>
            <a:lvl7pPr indent="-317500" lvl="6" marL="32004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7pPr>
            <a:lvl8pPr indent="-317500" lvl="7" marL="36576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8pPr>
            <a:lvl9pPr indent="-317500" lvl="8" marL="41148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9pPr>
          </a:lstStyle>
          <a:p/>
        </p:txBody>
      </p:sp>
      <p:sp>
        <p:nvSpPr>
          <p:cNvPr id="8" name="Google Shape;8;p16"/>
          <p:cNvSpPr txBox="1"/>
          <p:nvPr/>
        </p:nvSpPr>
        <p:spPr>
          <a:xfrm>
            <a:off x="1668175" y="84975"/>
            <a:ext cx="7475700" cy="27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419" sz="1800" u="none" cap="none" strike="noStrike">
                <a:solidFill>
                  <a:srgbClr val="FFFFFF"/>
                </a:solidFill>
                <a:latin typeface="Montserrat Light"/>
                <a:ea typeface="Montserrat Light"/>
                <a:cs typeface="Montserrat Light"/>
                <a:sym typeface="Montserrat Light"/>
              </a:rPr>
              <a:t>Programación I</a:t>
            </a:r>
            <a:endParaRPr b="0" i="0" sz="1800" u="none" cap="none" strike="noStrike">
              <a:solidFill>
                <a:srgbClr val="FFFFFF"/>
              </a:solidFill>
              <a:latin typeface="Montserrat Light"/>
              <a:ea typeface="Montserrat Light"/>
              <a:cs typeface="Montserrat Light"/>
              <a:sym typeface="Montserrat Light"/>
            </a:endParaRPr>
          </a:p>
        </p:txBody>
      </p:sp>
      <p:sp>
        <p:nvSpPr>
          <p:cNvPr id="9" name="Google Shape;9;p16"/>
          <p:cNvSpPr txBox="1"/>
          <p:nvPr/>
        </p:nvSpPr>
        <p:spPr>
          <a:xfrm>
            <a:off x="1668175" y="654446"/>
            <a:ext cx="7475700" cy="27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s-419" sz="1500" u="none" cap="none" strike="noStrike">
                <a:solidFill>
                  <a:srgbClr val="FFFFFF"/>
                </a:solidFill>
                <a:latin typeface="Montserrat Light"/>
                <a:ea typeface="Montserrat Light"/>
                <a:cs typeface="Montserrat Light"/>
                <a:sym typeface="Montserrat Light"/>
              </a:rPr>
              <a:t>Control de versiones</a:t>
            </a:r>
            <a:endParaRPr b="0" i="0" sz="1500" u="none" cap="none" strike="noStrike">
              <a:solidFill>
                <a:srgbClr val="FFFFFF"/>
              </a:solidFill>
              <a:latin typeface="Montserrat Light"/>
              <a:ea typeface="Montserrat Light"/>
              <a:cs typeface="Montserrat Light"/>
              <a:sym typeface="Montserrat Light"/>
            </a:endParaRPr>
          </a:p>
        </p:txBody>
      </p:sp>
      <p:sp>
        <p:nvSpPr>
          <p:cNvPr id="10" name="Google Shape;10;p16"/>
          <p:cNvSpPr txBox="1"/>
          <p:nvPr/>
        </p:nvSpPr>
        <p:spPr>
          <a:xfrm>
            <a:off x="1668175" y="370798"/>
            <a:ext cx="7475700" cy="27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s-419" sz="800" u="none" cap="none" strike="noStrike">
                <a:solidFill>
                  <a:srgbClr val="FFFFFF"/>
                </a:solidFill>
                <a:latin typeface="Montserrat Light"/>
                <a:ea typeface="Montserrat Light"/>
                <a:cs typeface="Montserrat Light"/>
                <a:sym typeface="Montserrat Light"/>
              </a:rPr>
              <a:t>Scarafilo Germán - Quiroz Matias</a:t>
            </a:r>
            <a:endParaRPr b="0" i="0" sz="800" u="none" cap="none" strike="noStrike">
              <a:solidFill>
                <a:srgbClr val="FFFFFF"/>
              </a:solidFill>
              <a:latin typeface="Montserrat Light"/>
              <a:ea typeface="Montserrat Light"/>
              <a:cs typeface="Montserrat Light"/>
              <a:sym typeface="Montserrat Light"/>
            </a:endParaRPr>
          </a:p>
        </p:txBody>
      </p:sp>
      <p:sp>
        <p:nvSpPr>
          <p:cNvPr id="11" name="Google Shape;11;p16"/>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www.github.com" TargetMode="External"/><Relationship Id="rId4" Type="http://schemas.openxmlformats.org/officeDocument/2006/relationships/hyperlink" Target="https://git-scm.com/downloads" TargetMode="External"/><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pic>
        <p:nvPicPr>
          <p:cNvPr id="57" name="Google Shape;57;p1"/>
          <p:cNvPicPr preferRelativeResize="0"/>
          <p:nvPr/>
        </p:nvPicPr>
        <p:blipFill rotWithShape="1">
          <a:blip r:embed="rId3">
            <a:alphaModFix/>
          </a:blip>
          <a:srcRect b="0" l="0" r="0" t="0"/>
          <a:stretch/>
        </p:blipFill>
        <p:spPr>
          <a:xfrm>
            <a:off x="4106224" y="1370076"/>
            <a:ext cx="4700652" cy="2644101"/>
          </a:xfrm>
          <a:prstGeom prst="rect">
            <a:avLst/>
          </a:prstGeom>
          <a:noFill/>
          <a:ln>
            <a:noFill/>
          </a:ln>
        </p:spPr>
      </p:pic>
      <p:sp>
        <p:nvSpPr>
          <p:cNvPr id="58" name="Google Shape;58;p1"/>
          <p:cNvSpPr txBox="1"/>
          <p:nvPr/>
        </p:nvSpPr>
        <p:spPr>
          <a:xfrm>
            <a:off x="-1032700" y="1829075"/>
            <a:ext cx="6606600" cy="1055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400"/>
              <a:buFont typeface="Arial"/>
              <a:buNone/>
            </a:pPr>
            <a:r>
              <a:rPr b="1" i="0" lang="es-419" sz="4400" u="none" cap="none" strike="noStrike">
                <a:solidFill>
                  <a:srgbClr val="FFFFFF"/>
                </a:solidFill>
                <a:latin typeface="Calibri"/>
                <a:ea typeface="Calibri"/>
                <a:cs typeface="Calibri"/>
                <a:sym typeface="Calibri"/>
              </a:rPr>
              <a:t>Control de </a:t>
            </a:r>
            <a:endParaRPr b="1" i="0" sz="4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4400"/>
              <a:buFont typeface="Arial"/>
              <a:buNone/>
            </a:pPr>
            <a:r>
              <a:rPr b="1" i="0" lang="es-419" sz="4400" u="none" cap="none" strike="noStrike">
                <a:solidFill>
                  <a:srgbClr val="FFFFFF"/>
                </a:solidFill>
                <a:latin typeface="Calibri"/>
                <a:ea typeface="Calibri"/>
                <a:cs typeface="Calibri"/>
                <a:sym typeface="Calibri"/>
              </a:rPr>
              <a:t>versiones</a:t>
            </a:r>
            <a:endParaRPr b="1" i="0" sz="44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300"/>
              <a:buFont typeface="Arial"/>
              <a:buNone/>
            </a:pPr>
            <a:r>
              <a:t/>
            </a:r>
            <a:endParaRPr b="1" i="0" sz="4300" u="none" cap="none" strike="noStrike">
              <a:solidFill>
                <a:srgbClr val="FFFFFF"/>
              </a:solidFill>
              <a:latin typeface="Encode Sans"/>
              <a:ea typeface="Encode Sans"/>
              <a:cs typeface="Encode Sans"/>
              <a:sym typeface="Encod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p2"/>
          <p:cNvPicPr preferRelativeResize="0"/>
          <p:nvPr/>
        </p:nvPicPr>
        <p:blipFill rotWithShape="1">
          <a:blip r:embed="rId3">
            <a:alphaModFix/>
          </a:blip>
          <a:srcRect b="0" l="0" r="0" t="0"/>
          <a:stretch/>
        </p:blipFill>
        <p:spPr>
          <a:xfrm>
            <a:off x="6297575" y="1305349"/>
            <a:ext cx="2537676" cy="2799125"/>
          </a:xfrm>
          <a:prstGeom prst="rect">
            <a:avLst/>
          </a:prstGeom>
          <a:noFill/>
          <a:ln>
            <a:noFill/>
          </a:ln>
        </p:spPr>
      </p:pic>
      <p:sp>
        <p:nvSpPr>
          <p:cNvPr id="64" name="Google Shape;64;p2"/>
          <p:cNvSpPr txBox="1"/>
          <p:nvPr/>
        </p:nvSpPr>
        <p:spPr>
          <a:xfrm>
            <a:off x="-308750" y="869375"/>
            <a:ext cx="6606600" cy="1055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400"/>
              <a:buFont typeface="Arial"/>
              <a:buNone/>
            </a:pPr>
            <a:r>
              <a:rPr b="1" i="0" lang="es-419" sz="4400" u="none" cap="none" strike="noStrike">
                <a:solidFill>
                  <a:srgbClr val="FFFFFF"/>
                </a:solidFill>
                <a:latin typeface="Calibri"/>
                <a:ea typeface="Calibri"/>
                <a:cs typeface="Calibri"/>
                <a:sym typeface="Calibri"/>
              </a:rPr>
              <a:t>¿Qué es GitHub?</a:t>
            </a:r>
            <a:endParaRPr b="1" i="0" sz="44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300"/>
              <a:buFont typeface="Arial"/>
              <a:buNone/>
            </a:pPr>
            <a:r>
              <a:t/>
            </a:r>
            <a:endParaRPr b="1" i="0" sz="4300" u="none" cap="none" strike="noStrike">
              <a:solidFill>
                <a:srgbClr val="FFFFFF"/>
              </a:solidFill>
              <a:latin typeface="Encode Sans"/>
              <a:ea typeface="Encode Sans"/>
              <a:cs typeface="Encode Sans"/>
              <a:sym typeface="Encode Sans"/>
            </a:endParaRPr>
          </a:p>
        </p:txBody>
      </p:sp>
      <p:sp>
        <p:nvSpPr>
          <p:cNvPr id="65" name="Google Shape;65;p2"/>
          <p:cNvSpPr txBox="1"/>
          <p:nvPr/>
        </p:nvSpPr>
        <p:spPr>
          <a:xfrm>
            <a:off x="326982" y="1638013"/>
            <a:ext cx="5970600" cy="2493600"/>
          </a:xfrm>
          <a:prstGeom prst="rect">
            <a:avLst/>
          </a:prstGeom>
          <a:noFill/>
          <a:ln>
            <a:noFill/>
          </a:ln>
        </p:spPr>
        <p:txBody>
          <a:bodyPr anchorCtr="0" anchor="t" bIns="91425" lIns="91425" spcFirstLastPara="1" rIns="91425" wrap="square" tIns="91425">
            <a:spAutoFit/>
          </a:bodyPr>
          <a:lstStyle/>
          <a:p>
            <a:pPr indent="0" lvl="0" marL="342900" marR="0" rtl="0" algn="l">
              <a:lnSpc>
                <a:spcPct val="100000"/>
              </a:lnSpc>
              <a:spcBef>
                <a:spcPts val="0"/>
              </a:spcBef>
              <a:spcAft>
                <a:spcPts val="0"/>
              </a:spcAft>
              <a:buClr>
                <a:srgbClr val="000000"/>
              </a:buClr>
              <a:buSzPts val="2500"/>
              <a:buFont typeface="Arial"/>
              <a:buNone/>
            </a:pPr>
            <a:r>
              <a:rPr b="0" i="0" lang="es-419" sz="2500" u="none" cap="none" strike="noStrike">
                <a:solidFill>
                  <a:srgbClr val="FFFFFF"/>
                </a:solidFill>
                <a:latin typeface="Calibri"/>
                <a:ea typeface="Calibri"/>
                <a:cs typeface="Calibri"/>
                <a:sym typeface="Calibri"/>
              </a:rPr>
              <a:t>GitHub es una plataforma de desarrollo colaborativo de software que permite a los desarrolladores alojar proyectos en repositorios remotos y colaborar con otros a través de un control de versiones basado en Git.</a:t>
            </a:r>
            <a:endParaRPr b="0" i="0" sz="700" u="none" cap="none" strike="noStrike">
              <a:solidFill>
                <a:srgbClr val="FFFFF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id="70" name="Google Shape;70;p3"/>
          <p:cNvPicPr preferRelativeResize="0"/>
          <p:nvPr/>
        </p:nvPicPr>
        <p:blipFill rotWithShape="1">
          <a:blip r:embed="rId3">
            <a:alphaModFix/>
          </a:blip>
          <a:srcRect b="0" l="0" r="0" t="0"/>
          <a:stretch/>
        </p:blipFill>
        <p:spPr>
          <a:xfrm>
            <a:off x="1406550" y="1596700"/>
            <a:ext cx="6330900" cy="2514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4"/>
          <p:cNvSpPr txBox="1"/>
          <p:nvPr/>
        </p:nvSpPr>
        <p:spPr>
          <a:xfrm>
            <a:off x="556525" y="882250"/>
            <a:ext cx="3305400" cy="1392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400"/>
              <a:buFont typeface="Arial"/>
              <a:buNone/>
            </a:pPr>
            <a:r>
              <a:rPr b="0" i="0" lang="es-419" sz="4400" u="none" cap="none" strike="noStrike">
                <a:solidFill>
                  <a:srgbClr val="FFFFFF"/>
                </a:solidFill>
                <a:latin typeface="Calibri"/>
                <a:ea typeface="Calibri"/>
                <a:cs typeface="Calibri"/>
                <a:sym typeface="Calibri"/>
              </a:rPr>
              <a:t>¿Qué es Git?</a:t>
            </a:r>
            <a:endParaRPr b="0" i="0" sz="44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300"/>
              <a:buFont typeface="Arial"/>
              <a:buNone/>
            </a:pPr>
            <a:r>
              <a:t/>
            </a:r>
            <a:endParaRPr b="1" i="0" sz="4300" u="none" cap="none" strike="noStrike">
              <a:solidFill>
                <a:srgbClr val="FFFFFF"/>
              </a:solidFill>
              <a:latin typeface="Encode Sans"/>
              <a:ea typeface="Encode Sans"/>
              <a:cs typeface="Encode Sans"/>
              <a:sym typeface="Encode Sans"/>
            </a:endParaRPr>
          </a:p>
        </p:txBody>
      </p:sp>
      <p:pic>
        <p:nvPicPr>
          <p:cNvPr id="76" name="Google Shape;76;p4"/>
          <p:cNvPicPr preferRelativeResize="0"/>
          <p:nvPr/>
        </p:nvPicPr>
        <p:blipFill rotWithShape="1">
          <a:blip r:embed="rId3">
            <a:alphaModFix/>
          </a:blip>
          <a:srcRect b="0" l="0" r="0" t="0"/>
          <a:stretch/>
        </p:blipFill>
        <p:spPr>
          <a:xfrm>
            <a:off x="5147146" y="1229889"/>
            <a:ext cx="3771429" cy="3223701"/>
          </a:xfrm>
          <a:prstGeom prst="rect">
            <a:avLst/>
          </a:prstGeom>
          <a:noFill/>
          <a:ln>
            <a:noFill/>
          </a:ln>
        </p:spPr>
      </p:pic>
      <p:sp>
        <p:nvSpPr>
          <p:cNvPr id="77" name="Google Shape;77;p4"/>
          <p:cNvSpPr txBox="1"/>
          <p:nvPr/>
        </p:nvSpPr>
        <p:spPr>
          <a:xfrm>
            <a:off x="76675" y="1716775"/>
            <a:ext cx="5227500" cy="2770500"/>
          </a:xfrm>
          <a:prstGeom prst="rect">
            <a:avLst/>
          </a:prstGeom>
          <a:noFill/>
          <a:ln>
            <a:noFill/>
          </a:ln>
        </p:spPr>
        <p:txBody>
          <a:bodyPr anchorCtr="0" anchor="t" bIns="91425" lIns="91425" spcFirstLastPara="1" rIns="91425" wrap="square" tIns="91425">
            <a:spAutoFit/>
          </a:bodyPr>
          <a:lstStyle/>
          <a:p>
            <a:pPr indent="0" lvl="0" marL="342900" marR="0" rtl="0" algn="l">
              <a:lnSpc>
                <a:spcPct val="100000"/>
              </a:lnSpc>
              <a:spcBef>
                <a:spcPts val="0"/>
              </a:spcBef>
              <a:spcAft>
                <a:spcPts val="0"/>
              </a:spcAft>
              <a:buClr>
                <a:srgbClr val="000000"/>
              </a:buClr>
              <a:buSzPts val="2400"/>
              <a:buFont typeface="Arial"/>
              <a:buNone/>
            </a:pPr>
            <a:r>
              <a:rPr b="0" i="0" lang="es-419" sz="2400" u="none" cap="none" strike="noStrike">
                <a:solidFill>
                  <a:srgbClr val="FFFFFF"/>
                </a:solidFill>
                <a:latin typeface="Calibri"/>
                <a:ea typeface="Calibri"/>
                <a:cs typeface="Calibri"/>
                <a:sym typeface="Calibri"/>
              </a:rPr>
              <a:t>Git es un sistema de control de versiones open source que permite a los desarrolladores realizar un seguimiento de los cambios en el código fuente a lo largo del tiempo, facilitando la colaboración y la gestión de proyectos de software.</a:t>
            </a:r>
            <a:endParaRPr b="0" i="0" sz="2400" u="none" cap="none" strike="noStrike">
              <a:solidFill>
                <a:srgbClr val="FFFFFF"/>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id="82" name="Google Shape;82;p5"/>
          <p:cNvPicPr preferRelativeResize="0"/>
          <p:nvPr/>
        </p:nvPicPr>
        <p:blipFill rotWithShape="1">
          <a:blip r:embed="rId3">
            <a:alphaModFix/>
          </a:blip>
          <a:srcRect b="0" l="0" r="0" t="0"/>
          <a:stretch/>
        </p:blipFill>
        <p:spPr>
          <a:xfrm>
            <a:off x="1853300" y="1060925"/>
            <a:ext cx="5320175" cy="3778225"/>
          </a:xfrm>
          <a:prstGeom prst="rect">
            <a:avLst/>
          </a:prstGeom>
          <a:noFill/>
          <a:ln cap="flat" cmpd="sng" w="19050">
            <a:solidFill>
              <a:srgbClr val="0000FF"/>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6"/>
          <p:cNvSpPr txBox="1"/>
          <p:nvPr/>
        </p:nvSpPr>
        <p:spPr>
          <a:xfrm>
            <a:off x="1819597" y="1067475"/>
            <a:ext cx="5757600" cy="117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400"/>
              <a:buFont typeface="Arial"/>
              <a:buNone/>
            </a:pPr>
            <a:r>
              <a:rPr b="0" i="0" lang="es-419" sz="4400" u="none" cap="none" strike="noStrike">
                <a:solidFill>
                  <a:srgbClr val="FFFFFF"/>
                </a:solidFill>
                <a:latin typeface="Calibri"/>
                <a:ea typeface="Calibri"/>
                <a:cs typeface="Calibri"/>
                <a:sym typeface="Calibri"/>
              </a:rPr>
              <a:t>Metodología de trabajo</a:t>
            </a:r>
            <a:endParaRPr b="1" i="0" sz="4300" u="none" cap="none" strike="noStrike">
              <a:solidFill>
                <a:srgbClr val="FFFFFF"/>
              </a:solidFill>
              <a:latin typeface="Encode Sans"/>
              <a:ea typeface="Encode Sans"/>
              <a:cs typeface="Encode Sans"/>
              <a:sym typeface="Encode Sans"/>
            </a:endParaRPr>
          </a:p>
        </p:txBody>
      </p:sp>
      <p:sp>
        <p:nvSpPr>
          <p:cNvPr id="88" name="Google Shape;88;p6"/>
          <p:cNvSpPr txBox="1"/>
          <p:nvPr/>
        </p:nvSpPr>
        <p:spPr>
          <a:xfrm>
            <a:off x="379250" y="1785625"/>
            <a:ext cx="8460600" cy="23397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0"/>
              </a:spcBef>
              <a:spcAft>
                <a:spcPts val="0"/>
              </a:spcAft>
              <a:buClr>
                <a:srgbClr val="FFFFFF"/>
              </a:buClr>
              <a:buSzPts val="2000"/>
              <a:buFont typeface="Calibri"/>
              <a:buAutoNum type="arabicPeriod"/>
            </a:pPr>
            <a:r>
              <a:rPr b="0" i="0" lang="es-419" sz="2000" u="none" cap="none" strike="noStrike">
                <a:solidFill>
                  <a:srgbClr val="FFFFFF"/>
                </a:solidFill>
                <a:latin typeface="Calibri"/>
                <a:ea typeface="Calibri"/>
                <a:cs typeface="Calibri"/>
                <a:sym typeface="Calibri"/>
              </a:rPr>
              <a:t>Crear una cuenta en </a:t>
            </a:r>
            <a:r>
              <a:rPr b="0" i="0" lang="es-419" sz="2000" u="sng" cap="none" strike="noStrike">
                <a:solidFill>
                  <a:srgbClr val="B6D7A8"/>
                </a:solidFill>
                <a:latin typeface="Calibri"/>
                <a:ea typeface="Calibri"/>
                <a:cs typeface="Calibri"/>
                <a:sym typeface="Calibri"/>
                <a:hlinkClick r:id="rId3">
                  <a:extLst>
                    <a:ext uri="{A12FA001-AC4F-418D-AE19-62706E023703}">
                      <ahyp:hlinkClr val="tx"/>
                    </a:ext>
                  </a:extLst>
                </a:hlinkClick>
              </a:rPr>
              <a:t>www.github.com</a:t>
            </a:r>
            <a:endParaRPr b="0" i="0" sz="2000" u="none" cap="none" strike="noStrike">
              <a:solidFill>
                <a:srgbClr val="B6D7A8"/>
              </a:solidFill>
              <a:latin typeface="Calibri"/>
              <a:ea typeface="Calibri"/>
              <a:cs typeface="Calibri"/>
              <a:sym typeface="Calibri"/>
            </a:endParaRPr>
          </a:p>
          <a:p>
            <a:pPr indent="-355600" lvl="0" marL="457200" marR="0" rtl="0" algn="l">
              <a:lnSpc>
                <a:spcPct val="100000"/>
              </a:lnSpc>
              <a:spcBef>
                <a:spcPts val="0"/>
              </a:spcBef>
              <a:spcAft>
                <a:spcPts val="0"/>
              </a:spcAft>
              <a:buClr>
                <a:schemeClr val="lt1"/>
              </a:buClr>
              <a:buSzPts val="2000"/>
              <a:buFont typeface="Calibri"/>
              <a:buAutoNum type="arabicPeriod"/>
            </a:pPr>
            <a:r>
              <a:rPr b="0" i="0" lang="es-419" sz="2000" u="none" cap="none" strike="noStrike">
                <a:solidFill>
                  <a:schemeClr val="lt1"/>
                </a:solidFill>
                <a:latin typeface="Calibri"/>
                <a:ea typeface="Calibri"/>
                <a:cs typeface="Calibri"/>
                <a:sym typeface="Calibri"/>
              </a:rPr>
              <a:t>Descargar e instalar git desde </a:t>
            </a:r>
            <a:r>
              <a:rPr b="0" i="0" lang="es-419" sz="2000" u="sng" cap="none" strike="noStrike">
                <a:solidFill>
                  <a:srgbClr val="B6D7A8"/>
                </a:solidFill>
                <a:latin typeface="Calibri"/>
                <a:ea typeface="Calibri"/>
                <a:cs typeface="Calibri"/>
                <a:sym typeface="Calibri"/>
                <a:hlinkClick r:id="rId4">
                  <a:extLst>
                    <a:ext uri="{A12FA001-AC4F-418D-AE19-62706E023703}">
                      <ahyp:hlinkClr val="tx"/>
                    </a:ext>
                  </a:extLst>
                </a:hlinkClick>
              </a:rPr>
              <a:t>https://git-scm.com/downloads</a:t>
            </a:r>
            <a:endParaRPr b="0" i="0" sz="2000" u="none" cap="none" strike="noStrike">
              <a:solidFill>
                <a:srgbClr val="B6D7A8"/>
              </a:solidFill>
              <a:latin typeface="Calibri"/>
              <a:ea typeface="Calibri"/>
              <a:cs typeface="Calibri"/>
              <a:sym typeface="Calibri"/>
            </a:endParaRPr>
          </a:p>
          <a:p>
            <a:pPr indent="-355600" lvl="0" marL="457200" marR="0" rtl="0" algn="l">
              <a:lnSpc>
                <a:spcPct val="100000"/>
              </a:lnSpc>
              <a:spcBef>
                <a:spcPts val="0"/>
              </a:spcBef>
              <a:spcAft>
                <a:spcPts val="0"/>
              </a:spcAft>
              <a:buClr>
                <a:schemeClr val="lt1"/>
              </a:buClr>
              <a:buSzPts val="2000"/>
              <a:buFont typeface="Calibri"/>
              <a:buAutoNum type="arabicPeriod"/>
            </a:pPr>
            <a:r>
              <a:rPr b="0" i="0" lang="es-419" sz="2000" u="none" cap="none" strike="noStrike">
                <a:solidFill>
                  <a:schemeClr val="lt1"/>
                </a:solidFill>
                <a:latin typeface="Calibri"/>
                <a:ea typeface="Calibri"/>
                <a:cs typeface="Calibri"/>
                <a:sym typeface="Calibri"/>
              </a:rPr>
              <a:t>Configurar git:</a:t>
            </a:r>
            <a:endParaRPr b="0" i="0" sz="2000" u="none" cap="none" strike="noStrike">
              <a:solidFill>
                <a:schemeClr val="lt1"/>
              </a:solidFill>
              <a:latin typeface="Calibri"/>
              <a:ea typeface="Calibri"/>
              <a:cs typeface="Calibri"/>
              <a:sym typeface="Calibri"/>
            </a:endParaRPr>
          </a:p>
          <a:p>
            <a:pPr indent="457200" lvl="0" marL="0" marR="0" rtl="0" algn="l">
              <a:lnSpc>
                <a:spcPct val="100000"/>
              </a:lnSpc>
              <a:spcBef>
                <a:spcPts val="0"/>
              </a:spcBef>
              <a:spcAft>
                <a:spcPts val="0"/>
              </a:spcAft>
              <a:buClr>
                <a:srgbClr val="000000"/>
              </a:buClr>
              <a:buSzPts val="2000"/>
              <a:buFont typeface="Arial"/>
              <a:buNone/>
            </a:pPr>
            <a:r>
              <a:rPr b="0" i="0" lang="es-419" sz="2000" u="none" cap="none" strike="noStrike">
                <a:solidFill>
                  <a:schemeClr val="lt1"/>
                </a:solidFill>
                <a:latin typeface="Calibri"/>
                <a:ea typeface="Calibri"/>
                <a:cs typeface="Calibri"/>
                <a:sym typeface="Calibri"/>
              </a:rPr>
              <a:t>Abrir una terminal y configurar nombre y correo electrónico globalmente.</a:t>
            </a:r>
            <a:endParaRPr b="0" i="0" sz="2000" u="none" cap="none" strike="noStrike">
              <a:solidFill>
                <a:schemeClr val="lt1"/>
              </a:solidFill>
              <a:latin typeface="Calibri"/>
              <a:ea typeface="Calibri"/>
              <a:cs typeface="Calibri"/>
              <a:sym typeface="Calibri"/>
            </a:endParaRPr>
          </a:p>
          <a:p>
            <a:pPr indent="0" lvl="0" marL="9144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a:p>
            <a:pPr indent="0" lvl="0" marL="9144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p:txBody>
      </p:sp>
      <p:pic>
        <p:nvPicPr>
          <p:cNvPr id="89" name="Google Shape;89;p6"/>
          <p:cNvPicPr preferRelativeResize="0"/>
          <p:nvPr/>
        </p:nvPicPr>
        <p:blipFill rotWithShape="1">
          <a:blip r:embed="rId5">
            <a:alphaModFix/>
          </a:blip>
          <a:srcRect b="0" l="0" r="0" t="0"/>
          <a:stretch/>
        </p:blipFill>
        <p:spPr>
          <a:xfrm>
            <a:off x="2459025" y="3232534"/>
            <a:ext cx="3905250" cy="514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7"/>
          <p:cNvSpPr txBox="1"/>
          <p:nvPr/>
        </p:nvSpPr>
        <p:spPr>
          <a:xfrm>
            <a:off x="2796122" y="1000150"/>
            <a:ext cx="5757600" cy="117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400"/>
              <a:buFont typeface="Arial"/>
              <a:buNone/>
            </a:pPr>
            <a:r>
              <a:rPr b="0" i="0" lang="es-419" sz="4400" u="none" cap="none" strike="noStrike">
                <a:solidFill>
                  <a:srgbClr val="FFFFFF"/>
                </a:solidFill>
                <a:latin typeface="Calibri"/>
                <a:ea typeface="Calibri"/>
                <a:cs typeface="Calibri"/>
                <a:sym typeface="Calibri"/>
              </a:rPr>
              <a:t>Comandos git</a:t>
            </a:r>
            <a:endParaRPr b="1" i="0" sz="4300" u="none" cap="none" strike="noStrike">
              <a:solidFill>
                <a:srgbClr val="FFFFFF"/>
              </a:solidFill>
              <a:latin typeface="Encode Sans"/>
              <a:ea typeface="Encode Sans"/>
              <a:cs typeface="Encode Sans"/>
              <a:sym typeface="Encode Sans"/>
            </a:endParaRPr>
          </a:p>
        </p:txBody>
      </p:sp>
      <p:sp>
        <p:nvSpPr>
          <p:cNvPr id="95" name="Google Shape;95;p7"/>
          <p:cNvSpPr txBox="1"/>
          <p:nvPr/>
        </p:nvSpPr>
        <p:spPr>
          <a:xfrm>
            <a:off x="379250" y="1785625"/>
            <a:ext cx="8460600" cy="246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s-419" sz="2200" u="none" cap="none" strike="noStrike">
                <a:solidFill>
                  <a:srgbClr val="FFFFFF"/>
                </a:solidFill>
                <a:latin typeface="Calibri"/>
                <a:ea typeface="Calibri"/>
                <a:cs typeface="Calibri"/>
                <a:sym typeface="Calibri"/>
              </a:rPr>
              <a:t>La tecnología git es muy amplia. Existen infinidad de comandos para poder trabajar de manera local y remota con un repositorio. Muchos de esos comandos los aprenderán a lo largo de la carrera. Aquí va una lista de los comandos básicos que usaremos en esta cátedra.</a:t>
            </a:r>
            <a:endParaRPr b="0" i="0" sz="2200" u="none" cap="none" strike="noStrike">
              <a:solidFill>
                <a:schemeClr val="lt1"/>
              </a:solidFill>
              <a:latin typeface="Calibri"/>
              <a:ea typeface="Calibri"/>
              <a:cs typeface="Calibri"/>
              <a:sym typeface="Calibri"/>
            </a:endParaRPr>
          </a:p>
          <a:p>
            <a:pPr indent="0" lvl="0" marL="9144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a:p>
            <a:pPr indent="0" lvl="0" marL="9144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346a3afb4ab_0_0"/>
          <p:cNvSpPr txBox="1"/>
          <p:nvPr/>
        </p:nvSpPr>
        <p:spPr>
          <a:xfrm>
            <a:off x="2030059" y="932775"/>
            <a:ext cx="4458900" cy="1177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400"/>
              <a:buFont typeface="Arial"/>
              <a:buNone/>
            </a:pPr>
            <a:r>
              <a:rPr b="0" i="0" lang="es-419" sz="4400" u="none" cap="none" strike="noStrike">
                <a:solidFill>
                  <a:srgbClr val="FFFFFF"/>
                </a:solidFill>
                <a:latin typeface="Calibri"/>
                <a:ea typeface="Calibri"/>
                <a:cs typeface="Calibri"/>
                <a:sym typeface="Calibri"/>
              </a:rPr>
              <a:t>git init</a:t>
            </a:r>
            <a:endParaRPr b="0" i="0" sz="44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300"/>
              <a:buFont typeface="Arial"/>
              <a:buNone/>
            </a:pPr>
            <a:r>
              <a:t/>
            </a:r>
            <a:endParaRPr b="1" i="0" sz="4300" u="none" cap="none" strike="noStrike">
              <a:solidFill>
                <a:srgbClr val="FFFFFF"/>
              </a:solidFill>
              <a:latin typeface="Encode Sans"/>
              <a:ea typeface="Encode Sans"/>
              <a:cs typeface="Encode Sans"/>
              <a:sym typeface="Encode Sans"/>
            </a:endParaRPr>
          </a:p>
        </p:txBody>
      </p:sp>
      <p:sp>
        <p:nvSpPr>
          <p:cNvPr id="101" name="Google Shape;101;g346a3afb4ab_0_0"/>
          <p:cNvSpPr txBox="1"/>
          <p:nvPr/>
        </p:nvSpPr>
        <p:spPr>
          <a:xfrm>
            <a:off x="438175" y="1785626"/>
            <a:ext cx="7974600" cy="193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419" sz="2500" u="none" cap="none" strike="noStrike">
                <a:solidFill>
                  <a:srgbClr val="FFFFFF"/>
                </a:solidFill>
                <a:latin typeface="Calibri"/>
                <a:ea typeface="Calibri"/>
                <a:cs typeface="Calibri"/>
                <a:sym typeface="Calibri"/>
              </a:rPr>
              <a:t>Inicializa un nuevo repositorio de Git en el directorio actual, creando una carpeta .git.</a:t>
            </a:r>
            <a:endParaRPr b="0" i="0" sz="25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1" i="0" lang="es-419" sz="1600" u="none" cap="none" strike="noStrike">
                <a:solidFill>
                  <a:schemeClr val="lt1"/>
                </a:solidFill>
                <a:latin typeface="Calibri"/>
                <a:ea typeface="Calibri"/>
                <a:cs typeface="Calibri"/>
                <a:sym typeface="Calibri"/>
              </a:rPr>
              <a:t>Nota: para inicializar un repositorio previamente tenemos que crear una carpeta y abrir la misma desde línea de comandos.</a:t>
            </a:r>
            <a:endParaRPr b="1" i="0" sz="16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Calibri"/>
              <a:ea typeface="Calibri"/>
              <a:cs typeface="Calibri"/>
              <a:sym typeface="Calibri"/>
            </a:endParaRPr>
          </a:p>
        </p:txBody>
      </p:sp>
      <p:pic>
        <p:nvPicPr>
          <p:cNvPr id="102" name="Google Shape;102;g346a3afb4ab_0_0"/>
          <p:cNvPicPr preferRelativeResize="0"/>
          <p:nvPr/>
        </p:nvPicPr>
        <p:blipFill rotWithShape="1">
          <a:blip r:embed="rId3">
            <a:alphaModFix/>
          </a:blip>
          <a:srcRect b="0" l="0" r="0" t="0"/>
          <a:stretch/>
        </p:blipFill>
        <p:spPr>
          <a:xfrm>
            <a:off x="2172750" y="3694226"/>
            <a:ext cx="4629150" cy="314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8"/>
          <p:cNvSpPr txBox="1"/>
          <p:nvPr/>
        </p:nvSpPr>
        <p:spPr>
          <a:xfrm>
            <a:off x="2030059" y="932775"/>
            <a:ext cx="4458900" cy="1177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400"/>
              <a:buFont typeface="Arial"/>
              <a:buNone/>
            </a:pPr>
            <a:r>
              <a:rPr lang="es-419" sz="4400">
                <a:solidFill>
                  <a:srgbClr val="FFFFFF"/>
                </a:solidFill>
                <a:latin typeface="Calibri"/>
                <a:ea typeface="Calibri"/>
                <a:cs typeface="Calibri"/>
                <a:sym typeface="Calibri"/>
              </a:rPr>
              <a:t>  </a:t>
            </a:r>
            <a:r>
              <a:rPr b="0" i="0" lang="es-419" sz="4400" u="none" cap="none" strike="noStrike">
                <a:solidFill>
                  <a:srgbClr val="FFFFFF"/>
                </a:solidFill>
                <a:latin typeface="Calibri"/>
                <a:ea typeface="Calibri"/>
                <a:cs typeface="Calibri"/>
                <a:sym typeface="Calibri"/>
              </a:rPr>
              <a:t>git </a:t>
            </a:r>
            <a:r>
              <a:rPr lang="es-419" sz="4400">
                <a:solidFill>
                  <a:srgbClr val="FFFFFF"/>
                </a:solidFill>
                <a:latin typeface="Calibri"/>
                <a:ea typeface="Calibri"/>
                <a:cs typeface="Calibri"/>
                <a:sym typeface="Calibri"/>
              </a:rPr>
              <a:t>clone</a:t>
            </a:r>
            <a:endParaRPr b="0" i="0" sz="44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300"/>
              <a:buFont typeface="Arial"/>
              <a:buNone/>
            </a:pPr>
            <a:r>
              <a:t/>
            </a:r>
            <a:endParaRPr b="1" i="0" sz="4300" u="none" cap="none" strike="noStrike">
              <a:solidFill>
                <a:srgbClr val="FFFFFF"/>
              </a:solidFill>
              <a:latin typeface="Encode Sans"/>
              <a:ea typeface="Encode Sans"/>
              <a:cs typeface="Encode Sans"/>
              <a:sym typeface="Encode Sans"/>
            </a:endParaRPr>
          </a:p>
        </p:txBody>
      </p:sp>
      <p:sp>
        <p:nvSpPr>
          <p:cNvPr id="108" name="Google Shape;108;p8"/>
          <p:cNvSpPr txBox="1"/>
          <p:nvPr/>
        </p:nvSpPr>
        <p:spPr>
          <a:xfrm>
            <a:off x="794400" y="1712750"/>
            <a:ext cx="8139000" cy="252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sz="2500">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rPr lang="es-419" sz="2500">
                <a:solidFill>
                  <a:srgbClr val="FFFFFF"/>
                </a:solidFill>
                <a:latin typeface="Calibri"/>
                <a:ea typeface="Calibri"/>
                <a:cs typeface="Calibri"/>
                <a:sym typeface="Calibri"/>
              </a:rPr>
              <a:t>Me permite descargar y guardar una copia del repositorio remoto de github en nuestro repositorio local de git. </a:t>
            </a:r>
            <a:endParaRPr sz="2500">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t/>
            </a:r>
            <a:endParaRPr sz="2500">
              <a:solidFill>
                <a:srgbClr val="FFFFFF"/>
              </a:solidFill>
              <a:latin typeface="Calibri"/>
              <a:ea typeface="Calibri"/>
              <a:cs typeface="Calibri"/>
              <a:sym typeface="Calibri"/>
            </a:endParaRPr>
          </a:p>
          <a:p>
            <a:pPr indent="457200" lvl="0" marL="1371600" marR="0" rtl="0" algn="l">
              <a:lnSpc>
                <a:spcPct val="100000"/>
              </a:lnSpc>
              <a:spcBef>
                <a:spcPts val="0"/>
              </a:spcBef>
              <a:spcAft>
                <a:spcPts val="0"/>
              </a:spcAft>
              <a:buClr>
                <a:srgbClr val="000000"/>
              </a:buClr>
              <a:buSzPts val="2500"/>
              <a:buFont typeface="Arial"/>
              <a:buNone/>
            </a:pPr>
            <a:r>
              <a:rPr lang="es-419" sz="2000">
                <a:solidFill>
                  <a:schemeClr val="accent6"/>
                </a:solidFill>
                <a:latin typeface="Calibri"/>
                <a:ea typeface="Calibri"/>
                <a:cs typeface="Calibri"/>
                <a:sym typeface="Calibri"/>
              </a:rPr>
              <a:t>git clone “url del repositorio remoto”</a:t>
            </a:r>
            <a:endParaRPr sz="2000">
              <a:solidFill>
                <a:schemeClr val="accent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9"/>
          <p:cNvSpPr txBox="1"/>
          <p:nvPr/>
        </p:nvSpPr>
        <p:spPr>
          <a:xfrm>
            <a:off x="2042675" y="850225"/>
            <a:ext cx="4938600" cy="774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400"/>
              <a:buFont typeface="Arial"/>
              <a:buNone/>
            </a:pPr>
            <a:r>
              <a:rPr b="0" i="0" lang="es-419" sz="4400" u="none" cap="none" strike="noStrike">
                <a:solidFill>
                  <a:srgbClr val="FFFFFF"/>
                </a:solidFill>
                <a:latin typeface="Calibri"/>
                <a:ea typeface="Calibri"/>
                <a:cs typeface="Calibri"/>
                <a:sym typeface="Calibri"/>
              </a:rPr>
              <a:t>git status</a:t>
            </a:r>
            <a:endParaRPr b="0" i="0" sz="4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4400"/>
              <a:buFont typeface="Arial"/>
              <a:buNone/>
            </a:pPr>
            <a:r>
              <a:t/>
            </a:r>
            <a:endParaRPr b="0" i="0" sz="44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300"/>
              <a:buFont typeface="Arial"/>
              <a:buNone/>
            </a:pPr>
            <a:r>
              <a:t/>
            </a:r>
            <a:endParaRPr b="1" i="0" sz="4300" u="none" cap="none" strike="noStrike">
              <a:solidFill>
                <a:srgbClr val="FFFFFF"/>
              </a:solidFill>
              <a:latin typeface="Encode Sans"/>
              <a:ea typeface="Encode Sans"/>
              <a:cs typeface="Encode Sans"/>
              <a:sym typeface="Encode Sans"/>
            </a:endParaRPr>
          </a:p>
        </p:txBody>
      </p:sp>
      <p:sp>
        <p:nvSpPr>
          <p:cNvPr id="114" name="Google Shape;114;p9"/>
          <p:cNvSpPr txBox="1"/>
          <p:nvPr/>
        </p:nvSpPr>
        <p:spPr>
          <a:xfrm>
            <a:off x="524375" y="1572096"/>
            <a:ext cx="7975200" cy="1723800"/>
          </a:xfrm>
          <a:prstGeom prst="rect">
            <a:avLst/>
          </a:prstGeom>
          <a:noFill/>
          <a:ln>
            <a:noFill/>
          </a:ln>
        </p:spPr>
        <p:txBody>
          <a:bodyPr anchorCtr="0" anchor="t" bIns="91425" lIns="91425" spcFirstLastPara="1" rIns="91425" wrap="square" tIns="91425">
            <a:spAutoFit/>
          </a:bodyPr>
          <a:lstStyle/>
          <a:p>
            <a:pPr indent="0" lvl="0" marL="342900" marR="0" rtl="0" algn="l">
              <a:lnSpc>
                <a:spcPct val="100000"/>
              </a:lnSpc>
              <a:spcBef>
                <a:spcPts val="0"/>
              </a:spcBef>
              <a:spcAft>
                <a:spcPts val="0"/>
              </a:spcAft>
              <a:buClr>
                <a:srgbClr val="000000"/>
              </a:buClr>
              <a:buSzPts val="2500"/>
              <a:buFont typeface="Arial"/>
              <a:buNone/>
            </a:pPr>
            <a:r>
              <a:rPr b="0" i="0" lang="es-419" sz="2500" u="none" cap="none" strike="noStrike">
                <a:solidFill>
                  <a:srgbClr val="FFFFFF"/>
                </a:solidFill>
                <a:latin typeface="Calibri"/>
                <a:ea typeface="Calibri"/>
                <a:cs typeface="Calibri"/>
                <a:sym typeface="Calibri"/>
              </a:rPr>
              <a:t>Muestra el estado actual del repositorio, incluyendo los archivos modificados, agregados, y no rastreados (a modo de ejemplo crear un archivo ejemplo.txt dentro de nuestra carpeta donde ejecutamos el comando init).</a:t>
            </a:r>
            <a:endParaRPr b="0" i="0" sz="3200" u="none" cap="none" strike="noStrike">
              <a:solidFill>
                <a:srgbClr val="FFFFFF"/>
              </a:solidFill>
              <a:latin typeface="Calibri"/>
              <a:ea typeface="Calibri"/>
              <a:cs typeface="Calibri"/>
              <a:sym typeface="Calibri"/>
            </a:endParaRPr>
          </a:p>
        </p:txBody>
      </p:sp>
      <p:pic>
        <p:nvPicPr>
          <p:cNvPr id="115" name="Google Shape;115;p9"/>
          <p:cNvPicPr preferRelativeResize="0"/>
          <p:nvPr/>
        </p:nvPicPr>
        <p:blipFill rotWithShape="1">
          <a:blip r:embed="rId3">
            <a:alphaModFix/>
          </a:blip>
          <a:srcRect b="0" l="0" r="0" t="0"/>
          <a:stretch/>
        </p:blipFill>
        <p:spPr>
          <a:xfrm>
            <a:off x="2715608" y="3219700"/>
            <a:ext cx="3592726" cy="1336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0"/>
          <p:cNvSpPr txBox="1"/>
          <p:nvPr/>
        </p:nvSpPr>
        <p:spPr>
          <a:xfrm>
            <a:off x="2112150" y="859625"/>
            <a:ext cx="4919700" cy="597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400"/>
              <a:buFont typeface="Arial"/>
              <a:buNone/>
            </a:pPr>
            <a:r>
              <a:rPr b="0" i="0" lang="es-419" sz="4400" u="none" cap="none" strike="noStrike">
                <a:solidFill>
                  <a:srgbClr val="FFFFFF"/>
                </a:solidFill>
                <a:latin typeface="Calibri"/>
                <a:ea typeface="Calibri"/>
                <a:cs typeface="Calibri"/>
                <a:sym typeface="Calibri"/>
              </a:rPr>
              <a:t>git add .</a:t>
            </a:r>
            <a:endParaRPr b="0" i="0" sz="4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4400"/>
              <a:buFont typeface="Arial"/>
              <a:buNone/>
            </a:pPr>
            <a:r>
              <a:t/>
            </a:r>
            <a:endParaRPr b="0" i="0" sz="44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300"/>
              <a:buFont typeface="Arial"/>
              <a:buNone/>
            </a:pPr>
            <a:r>
              <a:t/>
            </a:r>
            <a:endParaRPr b="1" i="0" sz="4300" u="none" cap="none" strike="noStrike">
              <a:solidFill>
                <a:srgbClr val="FFFFFF"/>
              </a:solidFill>
              <a:latin typeface="Encode Sans"/>
              <a:ea typeface="Encode Sans"/>
              <a:cs typeface="Encode Sans"/>
              <a:sym typeface="Encode Sans"/>
            </a:endParaRPr>
          </a:p>
        </p:txBody>
      </p:sp>
      <p:sp>
        <p:nvSpPr>
          <p:cNvPr id="121" name="Google Shape;121;p10"/>
          <p:cNvSpPr txBox="1"/>
          <p:nvPr/>
        </p:nvSpPr>
        <p:spPr>
          <a:xfrm>
            <a:off x="186025" y="1584675"/>
            <a:ext cx="8856000" cy="144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419" sz="2500" u="none" cap="none" strike="noStrike">
                <a:solidFill>
                  <a:srgbClr val="FFFFFF"/>
                </a:solidFill>
                <a:latin typeface="Calibri"/>
                <a:ea typeface="Calibri"/>
                <a:cs typeface="Calibri"/>
                <a:sym typeface="Calibri"/>
              </a:rPr>
              <a:t>Agrega todos los archivos modificados en el directorio actual al área de preparación (staging area).</a:t>
            </a:r>
            <a:endParaRPr b="0" i="0" sz="2500" u="none" cap="none" strike="noStrike">
              <a:solidFill>
                <a:srgbClr val="FFFFFF"/>
              </a:solidFill>
              <a:latin typeface="Calibri"/>
              <a:ea typeface="Calibri"/>
              <a:cs typeface="Calibri"/>
              <a:sym typeface="Calibri"/>
            </a:endParaRPr>
          </a:p>
          <a:p>
            <a:pPr indent="0" lvl="0" marL="34290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FFFFFF"/>
              </a:solidFill>
              <a:latin typeface="Calibri"/>
              <a:ea typeface="Calibri"/>
              <a:cs typeface="Calibri"/>
              <a:sym typeface="Calibri"/>
            </a:endParaRPr>
          </a:p>
        </p:txBody>
      </p:sp>
      <p:pic>
        <p:nvPicPr>
          <p:cNvPr id="122" name="Google Shape;122;p10"/>
          <p:cNvPicPr preferRelativeResize="0"/>
          <p:nvPr/>
        </p:nvPicPr>
        <p:blipFill rotWithShape="1">
          <a:blip r:embed="rId3">
            <a:alphaModFix/>
          </a:blip>
          <a:srcRect b="0" l="0" r="0" t="0"/>
          <a:stretch/>
        </p:blipFill>
        <p:spPr>
          <a:xfrm>
            <a:off x="2815323" y="2511625"/>
            <a:ext cx="3204475" cy="1539500"/>
          </a:xfrm>
          <a:prstGeom prst="rect">
            <a:avLst/>
          </a:prstGeom>
          <a:noFill/>
          <a:ln>
            <a:noFill/>
          </a:ln>
        </p:spPr>
      </p:pic>
      <p:sp>
        <p:nvSpPr>
          <p:cNvPr id="123" name="Google Shape;123;p10"/>
          <p:cNvSpPr txBox="1"/>
          <p:nvPr/>
        </p:nvSpPr>
        <p:spPr>
          <a:xfrm>
            <a:off x="797425" y="4051125"/>
            <a:ext cx="7633200" cy="1077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300"/>
              <a:buFont typeface="Arial"/>
              <a:buNone/>
            </a:pPr>
            <a:r>
              <a:rPr b="1" i="0" lang="es-419" sz="1300" u="none" cap="none" strike="noStrike">
                <a:solidFill>
                  <a:schemeClr val="lt1"/>
                </a:solidFill>
                <a:latin typeface="Calibri"/>
                <a:ea typeface="Calibri"/>
                <a:cs typeface="Calibri"/>
                <a:sym typeface="Calibri"/>
              </a:rPr>
              <a:t>Nota: luego de ejecutar nuevamente el comando status, git nos informa que hay cambios que están listos para ser impactados (committed)</a:t>
            </a:r>
            <a:endParaRPr b="1" i="0" sz="1300" u="none" cap="none" strike="noStrike">
              <a:solidFill>
                <a:schemeClr val="lt1"/>
              </a:solidFill>
              <a:latin typeface="Calibri"/>
              <a:ea typeface="Calibri"/>
              <a:cs typeface="Calibri"/>
              <a:sym typeface="Calibri"/>
            </a:endParaRPr>
          </a:p>
          <a:p>
            <a:pPr indent="0" lvl="0" marL="34290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1"/>
          <p:cNvSpPr txBox="1"/>
          <p:nvPr/>
        </p:nvSpPr>
        <p:spPr>
          <a:xfrm>
            <a:off x="606825" y="932775"/>
            <a:ext cx="7892700" cy="1221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s-419" sz="4000" u="none" cap="none" strike="noStrike">
                <a:solidFill>
                  <a:srgbClr val="FFFFFF"/>
                </a:solidFill>
                <a:latin typeface="Calibri"/>
                <a:ea typeface="Calibri"/>
                <a:cs typeface="Calibri"/>
                <a:sym typeface="Calibri"/>
              </a:rPr>
              <a:t>git commit -m "mensaje"</a:t>
            </a:r>
            <a:endParaRPr b="0" i="0" sz="40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4400"/>
              <a:buFont typeface="Arial"/>
              <a:buNone/>
            </a:pPr>
            <a:r>
              <a:t/>
            </a:r>
            <a:endParaRPr b="0" i="0" sz="4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4400"/>
              <a:buFont typeface="Arial"/>
              <a:buNone/>
            </a:pPr>
            <a:r>
              <a:t/>
            </a:r>
            <a:endParaRPr b="0" i="0" sz="44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300"/>
              <a:buFont typeface="Arial"/>
              <a:buNone/>
            </a:pPr>
            <a:r>
              <a:t/>
            </a:r>
            <a:endParaRPr b="1" i="0" sz="4300" u="none" cap="none" strike="noStrike">
              <a:solidFill>
                <a:srgbClr val="FFFFFF"/>
              </a:solidFill>
              <a:latin typeface="Encode Sans"/>
              <a:ea typeface="Encode Sans"/>
              <a:cs typeface="Encode Sans"/>
              <a:sym typeface="Encode Sans"/>
            </a:endParaRPr>
          </a:p>
        </p:txBody>
      </p:sp>
      <p:sp>
        <p:nvSpPr>
          <p:cNvPr id="129" name="Google Shape;129;p11"/>
          <p:cNvSpPr txBox="1"/>
          <p:nvPr/>
        </p:nvSpPr>
        <p:spPr>
          <a:xfrm>
            <a:off x="606974" y="1539022"/>
            <a:ext cx="7892700" cy="2432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s-419" sz="1900" u="none" cap="none" strike="noStrike">
                <a:solidFill>
                  <a:srgbClr val="FFFFFF"/>
                </a:solidFill>
                <a:latin typeface="Arial"/>
                <a:ea typeface="Arial"/>
                <a:cs typeface="Arial"/>
                <a:sym typeface="Arial"/>
              </a:rPr>
              <a:t>Captura de Cambios: Git toma todos los cambios que han sido añadidos al área de preparación (staging area) mediante el comando </a:t>
            </a:r>
            <a:r>
              <a:rPr b="0" i="0" lang="es-419" sz="1900" u="none" cap="none" strike="noStrike">
                <a:solidFill>
                  <a:srgbClr val="FFFFFF"/>
                </a:solidFill>
                <a:latin typeface="Roboto Mono"/>
                <a:ea typeface="Roboto Mono"/>
                <a:cs typeface="Roboto Mono"/>
                <a:sym typeface="Roboto Mono"/>
              </a:rPr>
              <a:t>git add</a:t>
            </a:r>
            <a:r>
              <a:rPr b="0" i="0" lang="es-419" sz="1900" u="none" cap="none" strike="noStrike">
                <a:solidFill>
                  <a:srgbClr val="FFFFFF"/>
                </a:solidFill>
                <a:latin typeface="Arial"/>
                <a:ea typeface="Arial"/>
                <a:cs typeface="Arial"/>
                <a:sym typeface="Arial"/>
              </a:rPr>
              <a:t> y los guarda en el repositorio local como un nuevo commit. Un commit es un "punto de control" en el historial del proyecto, que registra el estado exacto de todos los archivos en ese momento y nos permite agregar un mensaje descriptivo del mismo.</a:t>
            </a:r>
            <a:endParaRPr b="0" i="0" sz="2800" u="none" cap="none" strike="noStrike">
              <a:solidFill>
                <a:srgbClr val="FFFFFF"/>
              </a:solidFill>
              <a:latin typeface="Calibri"/>
              <a:ea typeface="Calibri"/>
              <a:cs typeface="Calibri"/>
              <a:sym typeface="Calibri"/>
            </a:endParaRPr>
          </a:p>
          <a:p>
            <a:pPr indent="0" lvl="0" marL="34290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FFFFFF"/>
              </a:solidFill>
              <a:latin typeface="Calibri"/>
              <a:ea typeface="Calibri"/>
              <a:cs typeface="Calibri"/>
              <a:sym typeface="Calibri"/>
            </a:endParaRPr>
          </a:p>
        </p:txBody>
      </p:sp>
      <p:pic>
        <p:nvPicPr>
          <p:cNvPr id="130" name="Google Shape;130;p11"/>
          <p:cNvPicPr preferRelativeResize="0"/>
          <p:nvPr/>
        </p:nvPicPr>
        <p:blipFill rotWithShape="1">
          <a:blip r:embed="rId3">
            <a:alphaModFix/>
          </a:blip>
          <a:srcRect b="0" l="0" r="0" t="0"/>
          <a:stretch/>
        </p:blipFill>
        <p:spPr>
          <a:xfrm>
            <a:off x="2695800" y="3466897"/>
            <a:ext cx="3714750" cy="361950"/>
          </a:xfrm>
          <a:prstGeom prst="rect">
            <a:avLst/>
          </a:prstGeom>
          <a:noFill/>
          <a:ln>
            <a:noFill/>
          </a:ln>
        </p:spPr>
      </p:pic>
      <p:pic>
        <p:nvPicPr>
          <p:cNvPr id="131" name="Google Shape;131;p11"/>
          <p:cNvPicPr preferRelativeResize="0"/>
          <p:nvPr/>
        </p:nvPicPr>
        <p:blipFill rotWithShape="1">
          <a:blip r:embed="rId4">
            <a:alphaModFix/>
          </a:blip>
          <a:srcRect b="0" l="0" r="0" t="0"/>
          <a:stretch/>
        </p:blipFill>
        <p:spPr>
          <a:xfrm>
            <a:off x="2133600" y="3971122"/>
            <a:ext cx="4876800" cy="7334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2"/>
          <p:cNvSpPr txBox="1"/>
          <p:nvPr/>
        </p:nvSpPr>
        <p:spPr>
          <a:xfrm>
            <a:off x="606825" y="932775"/>
            <a:ext cx="7892700" cy="1221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400"/>
              <a:buFont typeface="Arial"/>
              <a:buNone/>
            </a:pPr>
            <a:r>
              <a:rPr b="0" i="0" lang="es-419" sz="4400" u="none" cap="none" strike="noStrike">
                <a:solidFill>
                  <a:srgbClr val="FFFFFF"/>
                </a:solidFill>
                <a:latin typeface="Calibri"/>
                <a:ea typeface="Calibri"/>
                <a:cs typeface="Calibri"/>
                <a:sym typeface="Calibri"/>
              </a:rPr>
              <a:t>git commit </a:t>
            </a:r>
            <a:endParaRPr b="0" i="0" sz="4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900"/>
              <a:buFont typeface="Arial"/>
              <a:buNone/>
            </a:pPr>
            <a:r>
              <a:rPr b="0" i="0" lang="es-419" sz="2900" u="none" cap="none" strike="noStrike">
                <a:solidFill>
                  <a:srgbClr val="FFFFFF"/>
                </a:solidFill>
                <a:latin typeface="Calibri"/>
                <a:ea typeface="Calibri"/>
                <a:cs typeface="Calibri"/>
                <a:sym typeface="Calibri"/>
              </a:rPr>
              <a:t>Configuración variables globales</a:t>
            </a:r>
            <a:endParaRPr b="0" i="0" sz="29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4400"/>
              <a:buFont typeface="Arial"/>
              <a:buNone/>
            </a:pPr>
            <a:r>
              <a:t/>
            </a:r>
            <a:endParaRPr b="0" i="0" sz="4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4400"/>
              <a:buFont typeface="Arial"/>
              <a:buNone/>
            </a:pPr>
            <a:r>
              <a:t/>
            </a:r>
            <a:endParaRPr b="0" i="0" sz="44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300"/>
              <a:buFont typeface="Arial"/>
              <a:buNone/>
            </a:pPr>
            <a:r>
              <a:t/>
            </a:r>
            <a:endParaRPr b="1" i="0" sz="4300" u="none" cap="none" strike="noStrike">
              <a:solidFill>
                <a:srgbClr val="FFFFFF"/>
              </a:solidFill>
              <a:latin typeface="Encode Sans"/>
              <a:ea typeface="Encode Sans"/>
              <a:cs typeface="Encode Sans"/>
              <a:sym typeface="Encode Sans"/>
            </a:endParaRPr>
          </a:p>
        </p:txBody>
      </p:sp>
      <p:pic>
        <p:nvPicPr>
          <p:cNvPr id="137" name="Google Shape;137;p12"/>
          <p:cNvPicPr preferRelativeResize="0"/>
          <p:nvPr/>
        </p:nvPicPr>
        <p:blipFill rotWithShape="1">
          <a:blip r:embed="rId3">
            <a:alphaModFix/>
          </a:blip>
          <a:srcRect b="0" l="1057" r="0" t="0"/>
          <a:stretch/>
        </p:blipFill>
        <p:spPr>
          <a:xfrm>
            <a:off x="2026650" y="2326425"/>
            <a:ext cx="5145675" cy="2247900"/>
          </a:xfrm>
          <a:prstGeom prst="rect">
            <a:avLst/>
          </a:prstGeom>
          <a:noFill/>
          <a:ln cap="flat" cmpd="sng" w="28575">
            <a:solidFill>
              <a:srgbClr val="4A86E8"/>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3"/>
          <p:cNvSpPr txBox="1"/>
          <p:nvPr/>
        </p:nvSpPr>
        <p:spPr>
          <a:xfrm>
            <a:off x="606900" y="932775"/>
            <a:ext cx="8611800" cy="792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700"/>
              <a:buFont typeface="Arial"/>
              <a:buNone/>
            </a:pPr>
            <a:r>
              <a:rPr b="0" i="0" lang="es-419" sz="3700" u="none" cap="none" strike="noStrike">
                <a:solidFill>
                  <a:srgbClr val="FFFFFF"/>
                </a:solidFill>
                <a:latin typeface="Calibri"/>
                <a:ea typeface="Calibri"/>
                <a:cs typeface="Calibri"/>
                <a:sym typeface="Calibri"/>
              </a:rPr>
              <a:t>git remote add origin &lt;url del repositorio&gt;</a:t>
            </a:r>
            <a:endParaRPr b="0" i="0" sz="41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4400"/>
              <a:buFont typeface="Arial"/>
              <a:buNone/>
            </a:pPr>
            <a:r>
              <a:t/>
            </a:r>
            <a:endParaRPr b="0" i="0" sz="44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300"/>
              <a:buFont typeface="Arial"/>
              <a:buNone/>
            </a:pPr>
            <a:r>
              <a:t/>
            </a:r>
            <a:endParaRPr b="1" i="0" sz="4300" u="none" cap="none" strike="noStrike">
              <a:solidFill>
                <a:srgbClr val="FFFFFF"/>
              </a:solidFill>
              <a:latin typeface="Encode Sans"/>
              <a:ea typeface="Encode Sans"/>
              <a:cs typeface="Encode Sans"/>
              <a:sym typeface="Encode Sans"/>
            </a:endParaRPr>
          </a:p>
        </p:txBody>
      </p:sp>
      <p:sp>
        <p:nvSpPr>
          <p:cNvPr id="143" name="Google Shape;143;p13"/>
          <p:cNvSpPr txBox="1"/>
          <p:nvPr/>
        </p:nvSpPr>
        <p:spPr>
          <a:xfrm>
            <a:off x="548000" y="1656925"/>
            <a:ext cx="8283600" cy="1954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419" sz="2500" u="none" cap="none" strike="noStrike">
                <a:solidFill>
                  <a:srgbClr val="FFFFFF"/>
                </a:solidFill>
                <a:latin typeface="Arial"/>
                <a:ea typeface="Arial"/>
                <a:cs typeface="Arial"/>
                <a:sym typeface="Arial"/>
              </a:rPr>
              <a:t>Asocia tu repositorio local con el repositorio remoto en GitHub.</a:t>
            </a:r>
            <a:br>
              <a:rPr b="0" i="0" lang="es-419" sz="2500" u="none" cap="none" strike="noStrike">
                <a:solidFill>
                  <a:srgbClr val="FFFFFF"/>
                </a:solidFill>
                <a:latin typeface="Arial"/>
                <a:ea typeface="Arial"/>
                <a:cs typeface="Arial"/>
                <a:sym typeface="Arial"/>
              </a:rPr>
            </a:br>
            <a:endParaRPr b="0" i="0" sz="25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1" i="0" lang="es-419" sz="2000" u="none" cap="none" strike="noStrike">
                <a:solidFill>
                  <a:schemeClr val="lt1"/>
                </a:solidFill>
                <a:latin typeface="Calibri"/>
                <a:ea typeface="Calibri"/>
                <a:cs typeface="Calibri"/>
                <a:sym typeface="Calibri"/>
              </a:rPr>
              <a:t>Nota: verificar en github que el repositorio local se haya asociado al remoto.</a:t>
            </a:r>
            <a:endParaRPr b="1" i="0" sz="2000" u="none" cap="none" strike="noStrike">
              <a:solidFill>
                <a:schemeClr val="lt1"/>
              </a:solidFill>
              <a:latin typeface="Calibri"/>
              <a:ea typeface="Calibri"/>
              <a:cs typeface="Calibri"/>
              <a:sym typeface="Calibri"/>
            </a:endParaRPr>
          </a:p>
        </p:txBody>
      </p:sp>
      <p:pic>
        <p:nvPicPr>
          <p:cNvPr id="144" name="Google Shape;144;p13"/>
          <p:cNvPicPr preferRelativeResize="0"/>
          <p:nvPr/>
        </p:nvPicPr>
        <p:blipFill rotWithShape="1">
          <a:blip r:embed="rId3">
            <a:alphaModFix/>
          </a:blip>
          <a:srcRect b="0" l="0" r="0" t="0"/>
          <a:stretch/>
        </p:blipFill>
        <p:spPr>
          <a:xfrm>
            <a:off x="2038350" y="2656175"/>
            <a:ext cx="5067300" cy="323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4"/>
          <p:cNvSpPr txBox="1"/>
          <p:nvPr/>
        </p:nvSpPr>
        <p:spPr>
          <a:xfrm>
            <a:off x="938781" y="932775"/>
            <a:ext cx="7088700" cy="1283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500"/>
              <a:buFont typeface="Arial"/>
              <a:buNone/>
            </a:pPr>
            <a:r>
              <a:rPr b="0" i="0" lang="es-419" sz="3500" u="none" cap="none" strike="noStrike">
                <a:solidFill>
                  <a:srgbClr val="FFFFFF"/>
                </a:solidFill>
                <a:latin typeface="Calibri"/>
                <a:ea typeface="Calibri"/>
                <a:cs typeface="Calibri"/>
                <a:sym typeface="Calibri"/>
              </a:rPr>
              <a:t>git push </a:t>
            </a:r>
            <a:endParaRPr b="0" i="0" sz="4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4400"/>
              <a:buFont typeface="Arial"/>
              <a:buNone/>
            </a:pPr>
            <a:r>
              <a:t/>
            </a:r>
            <a:endParaRPr b="0" i="0" sz="44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300"/>
              <a:buFont typeface="Arial"/>
              <a:buNone/>
            </a:pPr>
            <a:r>
              <a:t/>
            </a:r>
            <a:endParaRPr b="1" i="0" sz="4300" u="none" cap="none" strike="noStrike">
              <a:solidFill>
                <a:srgbClr val="FFFFFF"/>
              </a:solidFill>
              <a:latin typeface="Encode Sans"/>
              <a:ea typeface="Encode Sans"/>
              <a:cs typeface="Encode Sans"/>
              <a:sym typeface="Encode Sans"/>
            </a:endParaRPr>
          </a:p>
        </p:txBody>
      </p:sp>
      <p:sp>
        <p:nvSpPr>
          <p:cNvPr id="150" name="Google Shape;150;p14"/>
          <p:cNvSpPr txBox="1"/>
          <p:nvPr/>
        </p:nvSpPr>
        <p:spPr>
          <a:xfrm>
            <a:off x="495525" y="1617450"/>
            <a:ext cx="84537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419" sz="2500" u="none" cap="none" strike="noStrike">
                <a:solidFill>
                  <a:srgbClr val="FFFFFF"/>
                </a:solidFill>
                <a:latin typeface="Calibri"/>
                <a:ea typeface="Calibri"/>
                <a:cs typeface="Calibri"/>
                <a:sym typeface="Calibri"/>
              </a:rPr>
              <a:t>Envía los commits locales al repositorio remoto, actualizando el proyecto compartido.</a:t>
            </a:r>
            <a:endParaRPr b="0" i="0" sz="2900" u="none" cap="none" strike="noStrike">
              <a:solidFill>
                <a:srgbClr val="FFFFFF"/>
              </a:solidFill>
              <a:latin typeface="Calibri"/>
              <a:ea typeface="Calibri"/>
              <a:cs typeface="Calibri"/>
              <a:sym typeface="Calibri"/>
            </a:endParaRPr>
          </a:p>
        </p:txBody>
      </p:sp>
      <p:pic>
        <p:nvPicPr>
          <p:cNvPr id="151" name="Google Shape;151;p14"/>
          <p:cNvPicPr preferRelativeResize="0"/>
          <p:nvPr/>
        </p:nvPicPr>
        <p:blipFill rotWithShape="1">
          <a:blip r:embed="rId3">
            <a:alphaModFix/>
          </a:blip>
          <a:srcRect b="0" l="0" r="0" t="0"/>
          <a:stretch/>
        </p:blipFill>
        <p:spPr>
          <a:xfrm>
            <a:off x="1852613" y="2708866"/>
            <a:ext cx="5438775" cy="1724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15"/>
          <p:cNvPicPr preferRelativeResize="0"/>
          <p:nvPr/>
        </p:nvPicPr>
        <p:blipFill rotWithShape="1">
          <a:blip r:embed="rId3">
            <a:alphaModFix/>
          </a:blip>
          <a:srcRect b="0" l="0" r="0" t="7321"/>
          <a:stretch/>
        </p:blipFill>
        <p:spPr>
          <a:xfrm>
            <a:off x="3149250" y="1171875"/>
            <a:ext cx="3064326" cy="3549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